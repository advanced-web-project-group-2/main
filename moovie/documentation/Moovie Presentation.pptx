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97E4"/>
    <a:srgbClr val="FAC8F0"/>
    <a:srgbClr val="ED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6AFAED-4729-45EA-A854-426C3BB6E1C0}" v="1" dt="2025-12-16T23:31:58.7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B16584-5824-4674-A67D-F083DA040A7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F33E9FAD-5F76-4F92-BCAA-17433E61228B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Open communication</a:t>
          </a:r>
          <a:endParaRPr lang="en-US"/>
        </a:p>
      </dgm:t>
    </dgm:pt>
    <dgm:pt modelId="{4AF50C11-E309-4311-93C3-268A8B588F52}" type="parTrans" cxnId="{42181E5C-738D-489F-8840-AD22B10C4E49}">
      <dgm:prSet/>
      <dgm:spPr/>
      <dgm:t>
        <a:bodyPr/>
        <a:lstStyle/>
        <a:p>
          <a:endParaRPr lang="en-US"/>
        </a:p>
      </dgm:t>
    </dgm:pt>
    <dgm:pt modelId="{D20C1ED4-FDF4-462F-B80C-0105A9D66D3F}" type="sibTrans" cxnId="{42181E5C-738D-489F-8840-AD22B10C4E49}">
      <dgm:prSet/>
      <dgm:spPr/>
      <dgm:t>
        <a:bodyPr/>
        <a:lstStyle/>
        <a:p>
          <a:endParaRPr lang="en-US"/>
        </a:p>
      </dgm:t>
    </dgm:pt>
    <dgm:pt modelId="{B6629AA1-C333-44C0-8E67-23F262289BA3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Feedback</a:t>
          </a:r>
          <a:endParaRPr lang="en-US"/>
        </a:p>
      </dgm:t>
    </dgm:pt>
    <dgm:pt modelId="{D2F2A6FA-EE99-4FF9-9C7B-0A54770F425B}" type="parTrans" cxnId="{96194BEC-5064-4944-AB76-61AF8AC3324A}">
      <dgm:prSet/>
      <dgm:spPr/>
      <dgm:t>
        <a:bodyPr/>
        <a:lstStyle/>
        <a:p>
          <a:endParaRPr lang="en-US"/>
        </a:p>
      </dgm:t>
    </dgm:pt>
    <dgm:pt modelId="{766798CF-600B-4075-979A-939E40BBB56B}" type="sibTrans" cxnId="{96194BEC-5064-4944-AB76-61AF8AC3324A}">
      <dgm:prSet/>
      <dgm:spPr/>
      <dgm:t>
        <a:bodyPr/>
        <a:lstStyle/>
        <a:p>
          <a:endParaRPr lang="en-US"/>
        </a:p>
      </dgm:t>
    </dgm:pt>
    <dgm:pt modelId="{EEB2802B-6390-4B13-84BF-29C86791E492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Clear rules</a:t>
          </a:r>
          <a:endParaRPr lang="en-US"/>
        </a:p>
      </dgm:t>
    </dgm:pt>
    <dgm:pt modelId="{AF610FCA-A3B0-45D0-9B8F-E23E8A33D273}" type="parTrans" cxnId="{AF8050C1-746F-44D0-BB4E-03C2F388BBB5}">
      <dgm:prSet/>
      <dgm:spPr/>
      <dgm:t>
        <a:bodyPr/>
        <a:lstStyle/>
        <a:p>
          <a:endParaRPr lang="en-US"/>
        </a:p>
      </dgm:t>
    </dgm:pt>
    <dgm:pt modelId="{2C51C807-255D-4606-92EB-5B4D52F93BDA}" type="sibTrans" cxnId="{AF8050C1-746F-44D0-BB4E-03C2F388BBB5}">
      <dgm:prSet/>
      <dgm:spPr/>
      <dgm:t>
        <a:bodyPr/>
        <a:lstStyle/>
        <a:p>
          <a:endParaRPr lang="en-US"/>
        </a:p>
      </dgm:t>
    </dgm:pt>
    <dgm:pt modelId="{4680497E-DBAC-412D-901F-EDEF92B0D713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Collaboration</a:t>
          </a:r>
          <a:endParaRPr lang="en-US"/>
        </a:p>
      </dgm:t>
    </dgm:pt>
    <dgm:pt modelId="{C84FB594-0282-4E7C-8EB3-973BA2DFD7AA}" type="parTrans" cxnId="{A661A55A-ED6A-499A-9F48-77D7E6EFD1ED}">
      <dgm:prSet/>
      <dgm:spPr/>
      <dgm:t>
        <a:bodyPr/>
        <a:lstStyle/>
        <a:p>
          <a:endParaRPr lang="en-US"/>
        </a:p>
      </dgm:t>
    </dgm:pt>
    <dgm:pt modelId="{77ABDA68-2437-4FC3-8D21-73AF3BDC516C}" type="sibTrans" cxnId="{A661A55A-ED6A-499A-9F48-77D7E6EFD1ED}">
      <dgm:prSet/>
      <dgm:spPr/>
      <dgm:t>
        <a:bodyPr/>
        <a:lstStyle/>
        <a:p>
          <a:endParaRPr lang="en-US"/>
        </a:p>
      </dgm:t>
    </dgm:pt>
    <dgm:pt modelId="{E2426F22-58E9-45A9-9C8A-248EEA748BA5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Trust </a:t>
          </a:r>
          <a:endParaRPr lang="en-US"/>
        </a:p>
      </dgm:t>
    </dgm:pt>
    <dgm:pt modelId="{5207FAA5-9E98-4CB0-B14A-07ED1D4223DE}" type="parTrans" cxnId="{D3781848-2D17-4C56-B677-B7FFC634CABA}">
      <dgm:prSet/>
      <dgm:spPr/>
      <dgm:t>
        <a:bodyPr/>
        <a:lstStyle/>
        <a:p>
          <a:endParaRPr lang="en-US"/>
        </a:p>
      </dgm:t>
    </dgm:pt>
    <dgm:pt modelId="{6139033F-2E0C-4E52-B918-1E0812D1CE0F}" type="sibTrans" cxnId="{D3781848-2D17-4C56-B677-B7FFC634CABA}">
      <dgm:prSet/>
      <dgm:spPr/>
      <dgm:t>
        <a:bodyPr/>
        <a:lstStyle/>
        <a:p>
          <a:endParaRPr lang="en-US"/>
        </a:p>
      </dgm:t>
    </dgm:pt>
    <dgm:pt modelId="{52307760-8598-4EE4-B9A9-F72762321D89}" type="pres">
      <dgm:prSet presAssocID="{00B16584-5824-4674-A67D-F083DA040A7B}" presName="root" presStyleCnt="0">
        <dgm:presLayoutVars>
          <dgm:dir/>
          <dgm:resizeHandles val="exact"/>
        </dgm:presLayoutVars>
      </dgm:prSet>
      <dgm:spPr/>
    </dgm:pt>
    <dgm:pt modelId="{79373C43-CBB5-404C-AF68-9E1ECEAEFABA}" type="pres">
      <dgm:prSet presAssocID="{F33E9FAD-5F76-4F92-BCAA-17433E61228B}" presName="compNode" presStyleCnt="0"/>
      <dgm:spPr/>
    </dgm:pt>
    <dgm:pt modelId="{C7C62239-F3BE-404C-A5DE-5522B64E6629}" type="pres">
      <dgm:prSet presAssocID="{F33E9FAD-5F76-4F92-BCAA-17433E61228B}" presName="bgRect" presStyleLbl="bgShp" presStyleIdx="0" presStyleCnt="5"/>
      <dgm:spPr/>
    </dgm:pt>
    <dgm:pt modelId="{B46A9642-B4C3-4971-9BDD-D69FB9CB96EF}" type="pres">
      <dgm:prSet presAssocID="{F33E9FAD-5F76-4F92-BCAA-17433E61228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31451C60-3FCE-4523-8DD3-2C90363F2BEB}" type="pres">
      <dgm:prSet presAssocID="{F33E9FAD-5F76-4F92-BCAA-17433E61228B}" presName="spaceRect" presStyleCnt="0"/>
      <dgm:spPr/>
    </dgm:pt>
    <dgm:pt modelId="{50E6330B-C9EC-49A1-8B69-07909F6521D4}" type="pres">
      <dgm:prSet presAssocID="{F33E9FAD-5F76-4F92-BCAA-17433E61228B}" presName="parTx" presStyleLbl="revTx" presStyleIdx="0" presStyleCnt="5">
        <dgm:presLayoutVars>
          <dgm:chMax val="0"/>
          <dgm:chPref val="0"/>
        </dgm:presLayoutVars>
      </dgm:prSet>
      <dgm:spPr/>
    </dgm:pt>
    <dgm:pt modelId="{9CC4FD44-A37B-41A5-8A3E-22A802C472AA}" type="pres">
      <dgm:prSet presAssocID="{D20C1ED4-FDF4-462F-B80C-0105A9D66D3F}" presName="sibTrans" presStyleCnt="0"/>
      <dgm:spPr/>
    </dgm:pt>
    <dgm:pt modelId="{8CDC07D1-260C-48AC-A33E-66A2EA85175C}" type="pres">
      <dgm:prSet presAssocID="{B6629AA1-C333-44C0-8E67-23F262289BA3}" presName="compNode" presStyleCnt="0"/>
      <dgm:spPr/>
    </dgm:pt>
    <dgm:pt modelId="{0952CBA2-FFE1-4D1D-BC88-E6885AF70D72}" type="pres">
      <dgm:prSet presAssocID="{B6629AA1-C333-44C0-8E67-23F262289BA3}" presName="bgRect" presStyleLbl="bgShp" presStyleIdx="1" presStyleCnt="5"/>
      <dgm:spPr/>
    </dgm:pt>
    <dgm:pt modelId="{7E93E1BB-A060-41B1-BC4C-92443201DD87}" type="pres">
      <dgm:prSet presAssocID="{B6629AA1-C333-44C0-8E67-23F262289BA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379651E7-2704-4449-8D38-579CBE3C5955}" type="pres">
      <dgm:prSet presAssocID="{B6629AA1-C333-44C0-8E67-23F262289BA3}" presName="spaceRect" presStyleCnt="0"/>
      <dgm:spPr/>
    </dgm:pt>
    <dgm:pt modelId="{1974F22B-A42C-41A1-B7DA-908E2C3110A0}" type="pres">
      <dgm:prSet presAssocID="{B6629AA1-C333-44C0-8E67-23F262289BA3}" presName="parTx" presStyleLbl="revTx" presStyleIdx="1" presStyleCnt="5">
        <dgm:presLayoutVars>
          <dgm:chMax val="0"/>
          <dgm:chPref val="0"/>
        </dgm:presLayoutVars>
      </dgm:prSet>
      <dgm:spPr/>
    </dgm:pt>
    <dgm:pt modelId="{0E81827A-5813-43C5-82B6-62D320107000}" type="pres">
      <dgm:prSet presAssocID="{766798CF-600B-4075-979A-939E40BBB56B}" presName="sibTrans" presStyleCnt="0"/>
      <dgm:spPr/>
    </dgm:pt>
    <dgm:pt modelId="{5AE98E07-EA42-4B30-9B60-18811C55F6BC}" type="pres">
      <dgm:prSet presAssocID="{EEB2802B-6390-4B13-84BF-29C86791E492}" presName="compNode" presStyleCnt="0"/>
      <dgm:spPr/>
    </dgm:pt>
    <dgm:pt modelId="{14CF2FD0-5059-4E88-AA04-A74F08B3398D}" type="pres">
      <dgm:prSet presAssocID="{EEB2802B-6390-4B13-84BF-29C86791E492}" presName="bgRect" presStyleLbl="bgShp" presStyleIdx="2" presStyleCnt="5"/>
      <dgm:spPr/>
    </dgm:pt>
    <dgm:pt modelId="{56027AA4-42D1-4DAB-9544-DA6F83D9FF2D}" type="pres">
      <dgm:prSet presAssocID="{EEB2802B-6390-4B13-84BF-29C86791E49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7B204BA-F44E-4EFF-AFE0-1EA0F9B94826}" type="pres">
      <dgm:prSet presAssocID="{EEB2802B-6390-4B13-84BF-29C86791E492}" presName="spaceRect" presStyleCnt="0"/>
      <dgm:spPr/>
    </dgm:pt>
    <dgm:pt modelId="{AC0E78D3-9EE0-4FB5-BAD7-6CDB228EDD15}" type="pres">
      <dgm:prSet presAssocID="{EEB2802B-6390-4B13-84BF-29C86791E492}" presName="parTx" presStyleLbl="revTx" presStyleIdx="2" presStyleCnt="5">
        <dgm:presLayoutVars>
          <dgm:chMax val="0"/>
          <dgm:chPref val="0"/>
        </dgm:presLayoutVars>
      </dgm:prSet>
      <dgm:spPr/>
    </dgm:pt>
    <dgm:pt modelId="{61CE057A-BD32-435E-84E2-CDD8C13A074E}" type="pres">
      <dgm:prSet presAssocID="{2C51C807-255D-4606-92EB-5B4D52F93BDA}" presName="sibTrans" presStyleCnt="0"/>
      <dgm:spPr/>
    </dgm:pt>
    <dgm:pt modelId="{9A923EE2-52C6-4861-A3FA-F5610D7B0D4F}" type="pres">
      <dgm:prSet presAssocID="{4680497E-DBAC-412D-901F-EDEF92B0D713}" presName="compNode" presStyleCnt="0"/>
      <dgm:spPr/>
    </dgm:pt>
    <dgm:pt modelId="{5598E117-2E37-4734-A889-88A5C73B5C66}" type="pres">
      <dgm:prSet presAssocID="{4680497E-DBAC-412D-901F-EDEF92B0D713}" presName="bgRect" presStyleLbl="bgShp" presStyleIdx="3" presStyleCnt="5"/>
      <dgm:spPr/>
    </dgm:pt>
    <dgm:pt modelId="{77D0F75E-175D-4BED-AD14-60FD31A4ACA7}" type="pres">
      <dgm:prSet presAssocID="{4680497E-DBAC-412D-901F-EDEF92B0D71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C1784920-4667-45D5-8D7B-EE2C80E02E6A}" type="pres">
      <dgm:prSet presAssocID="{4680497E-DBAC-412D-901F-EDEF92B0D713}" presName="spaceRect" presStyleCnt="0"/>
      <dgm:spPr/>
    </dgm:pt>
    <dgm:pt modelId="{152B0DD2-6E1A-4A17-971E-BE8261DBC320}" type="pres">
      <dgm:prSet presAssocID="{4680497E-DBAC-412D-901F-EDEF92B0D713}" presName="parTx" presStyleLbl="revTx" presStyleIdx="3" presStyleCnt="5">
        <dgm:presLayoutVars>
          <dgm:chMax val="0"/>
          <dgm:chPref val="0"/>
        </dgm:presLayoutVars>
      </dgm:prSet>
      <dgm:spPr/>
    </dgm:pt>
    <dgm:pt modelId="{D0C54D6C-4A76-4694-909B-F1AB4A8FA9BC}" type="pres">
      <dgm:prSet presAssocID="{77ABDA68-2437-4FC3-8D21-73AF3BDC516C}" presName="sibTrans" presStyleCnt="0"/>
      <dgm:spPr/>
    </dgm:pt>
    <dgm:pt modelId="{6EEEBBD6-D3D2-4D9B-9178-0F6A5DA3BA10}" type="pres">
      <dgm:prSet presAssocID="{E2426F22-58E9-45A9-9C8A-248EEA748BA5}" presName="compNode" presStyleCnt="0"/>
      <dgm:spPr/>
    </dgm:pt>
    <dgm:pt modelId="{75E7F51D-87AD-4F07-A338-A75E4D3D8ADE}" type="pres">
      <dgm:prSet presAssocID="{E2426F22-58E9-45A9-9C8A-248EEA748BA5}" presName="bgRect" presStyleLbl="bgShp" presStyleIdx="4" presStyleCnt="5"/>
      <dgm:spPr/>
    </dgm:pt>
    <dgm:pt modelId="{A676BB15-4727-41B3-B8A3-0200C5B896F0}" type="pres">
      <dgm:prSet presAssocID="{E2426F22-58E9-45A9-9C8A-248EEA748BA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0B885E9A-2602-4672-8C0B-12F40C6DD195}" type="pres">
      <dgm:prSet presAssocID="{E2426F22-58E9-45A9-9C8A-248EEA748BA5}" presName="spaceRect" presStyleCnt="0"/>
      <dgm:spPr/>
    </dgm:pt>
    <dgm:pt modelId="{7BA8DED2-603E-4F4A-8C83-FEB1DDBC6C47}" type="pres">
      <dgm:prSet presAssocID="{E2426F22-58E9-45A9-9C8A-248EEA748BA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D357D2C-E9AE-4074-9A2A-97EA78EEE4D5}" type="presOf" srcId="{E2426F22-58E9-45A9-9C8A-248EEA748BA5}" destId="{7BA8DED2-603E-4F4A-8C83-FEB1DDBC6C47}" srcOrd="0" destOrd="0" presId="urn:microsoft.com/office/officeart/2018/2/layout/IconVerticalSolidList"/>
    <dgm:cxn modelId="{0659F236-43CD-474C-93FB-684C90773D6C}" type="presOf" srcId="{F33E9FAD-5F76-4F92-BCAA-17433E61228B}" destId="{50E6330B-C9EC-49A1-8B69-07909F6521D4}" srcOrd="0" destOrd="0" presId="urn:microsoft.com/office/officeart/2018/2/layout/IconVerticalSolidList"/>
    <dgm:cxn modelId="{247F3837-8E3F-4A53-8D4C-8ED29E754401}" type="presOf" srcId="{00B16584-5824-4674-A67D-F083DA040A7B}" destId="{52307760-8598-4EE4-B9A9-F72762321D89}" srcOrd="0" destOrd="0" presId="urn:microsoft.com/office/officeart/2018/2/layout/IconVerticalSolidList"/>
    <dgm:cxn modelId="{52D6EE3F-CC04-4416-89E3-128480283954}" type="presOf" srcId="{4680497E-DBAC-412D-901F-EDEF92B0D713}" destId="{152B0DD2-6E1A-4A17-971E-BE8261DBC320}" srcOrd="0" destOrd="0" presId="urn:microsoft.com/office/officeart/2018/2/layout/IconVerticalSolidList"/>
    <dgm:cxn modelId="{42181E5C-738D-489F-8840-AD22B10C4E49}" srcId="{00B16584-5824-4674-A67D-F083DA040A7B}" destId="{F33E9FAD-5F76-4F92-BCAA-17433E61228B}" srcOrd="0" destOrd="0" parTransId="{4AF50C11-E309-4311-93C3-268A8B588F52}" sibTransId="{D20C1ED4-FDF4-462F-B80C-0105A9D66D3F}"/>
    <dgm:cxn modelId="{23251063-54BE-40B7-8271-DD14C0726ECD}" type="presOf" srcId="{B6629AA1-C333-44C0-8E67-23F262289BA3}" destId="{1974F22B-A42C-41A1-B7DA-908E2C3110A0}" srcOrd="0" destOrd="0" presId="urn:microsoft.com/office/officeart/2018/2/layout/IconVerticalSolidList"/>
    <dgm:cxn modelId="{D3781848-2D17-4C56-B677-B7FFC634CABA}" srcId="{00B16584-5824-4674-A67D-F083DA040A7B}" destId="{E2426F22-58E9-45A9-9C8A-248EEA748BA5}" srcOrd="4" destOrd="0" parTransId="{5207FAA5-9E98-4CB0-B14A-07ED1D4223DE}" sibTransId="{6139033F-2E0C-4E52-B918-1E0812D1CE0F}"/>
    <dgm:cxn modelId="{708C3654-EC94-4FF4-95AA-0522AA108D08}" type="presOf" srcId="{EEB2802B-6390-4B13-84BF-29C86791E492}" destId="{AC0E78D3-9EE0-4FB5-BAD7-6CDB228EDD15}" srcOrd="0" destOrd="0" presId="urn:microsoft.com/office/officeart/2018/2/layout/IconVerticalSolidList"/>
    <dgm:cxn modelId="{A661A55A-ED6A-499A-9F48-77D7E6EFD1ED}" srcId="{00B16584-5824-4674-A67D-F083DA040A7B}" destId="{4680497E-DBAC-412D-901F-EDEF92B0D713}" srcOrd="3" destOrd="0" parTransId="{C84FB594-0282-4E7C-8EB3-973BA2DFD7AA}" sibTransId="{77ABDA68-2437-4FC3-8D21-73AF3BDC516C}"/>
    <dgm:cxn modelId="{AF8050C1-746F-44D0-BB4E-03C2F388BBB5}" srcId="{00B16584-5824-4674-A67D-F083DA040A7B}" destId="{EEB2802B-6390-4B13-84BF-29C86791E492}" srcOrd="2" destOrd="0" parTransId="{AF610FCA-A3B0-45D0-9B8F-E23E8A33D273}" sibTransId="{2C51C807-255D-4606-92EB-5B4D52F93BDA}"/>
    <dgm:cxn modelId="{96194BEC-5064-4944-AB76-61AF8AC3324A}" srcId="{00B16584-5824-4674-A67D-F083DA040A7B}" destId="{B6629AA1-C333-44C0-8E67-23F262289BA3}" srcOrd="1" destOrd="0" parTransId="{D2F2A6FA-EE99-4FF9-9C7B-0A54770F425B}" sibTransId="{766798CF-600B-4075-979A-939E40BBB56B}"/>
    <dgm:cxn modelId="{38992E03-55CC-4237-8E93-15973B1A9AD9}" type="presParOf" srcId="{52307760-8598-4EE4-B9A9-F72762321D89}" destId="{79373C43-CBB5-404C-AF68-9E1ECEAEFABA}" srcOrd="0" destOrd="0" presId="urn:microsoft.com/office/officeart/2018/2/layout/IconVerticalSolidList"/>
    <dgm:cxn modelId="{251672FD-86F0-479A-9B53-68E10264AED3}" type="presParOf" srcId="{79373C43-CBB5-404C-AF68-9E1ECEAEFABA}" destId="{C7C62239-F3BE-404C-A5DE-5522B64E6629}" srcOrd="0" destOrd="0" presId="urn:microsoft.com/office/officeart/2018/2/layout/IconVerticalSolidList"/>
    <dgm:cxn modelId="{E1A9BA3B-45CF-4DB9-BC79-5FF1C80D1C60}" type="presParOf" srcId="{79373C43-CBB5-404C-AF68-9E1ECEAEFABA}" destId="{B46A9642-B4C3-4971-9BDD-D69FB9CB96EF}" srcOrd="1" destOrd="0" presId="urn:microsoft.com/office/officeart/2018/2/layout/IconVerticalSolidList"/>
    <dgm:cxn modelId="{6982B54B-7CAE-442E-BCDE-02E57FCD25EC}" type="presParOf" srcId="{79373C43-CBB5-404C-AF68-9E1ECEAEFABA}" destId="{31451C60-3FCE-4523-8DD3-2C90363F2BEB}" srcOrd="2" destOrd="0" presId="urn:microsoft.com/office/officeart/2018/2/layout/IconVerticalSolidList"/>
    <dgm:cxn modelId="{6A4ED448-184F-4B81-97F9-321B4A3B6B20}" type="presParOf" srcId="{79373C43-CBB5-404C-AF68-9E1ECEAEFABA}" destId="{50E6330B-C9EC-49A1-8B69-07909F6521D4}" srcOrd="3" destOrd="0" presId="urn:microsoft.com/office/officeart/2018/2/layout/IconVerticalSolidList"/>
    <dgm:cxn modelId="{E572347A-F9F4-4966-99A6-0B950D89D668}" type="presParOf" srcId="{52307760-8598-4EE4-B9A9-F72762321D89}" destId="{9CC4FD44-A37B-41A5-8A3E-22A802C472AA}" srcOrd="1" destOrd="0" presId="urn:microsoft.com/office/officeart/2018/2/layout/IconVerticalSolidList"/>
    <dgm:cxn modelId="{DDB1FF1D-7EC7-4C3D-BC7C-0C0BBEA9D8E6}" type="presParOf" srcId="{52307760-8598-4EE4-B9A9-F72762321D89}" destId="{8CDC07D1-260C-48AC-A33E-66A2EA85175C}" srcOrd="2" destOrd="0" presId="urn:microsoft.com/office/officeart/2018/2/layout/IconVerticalSolidList"/>
    <dgm:cxn modelId="{E7C43337-D7E3-4A2A-9D98-D1E3B43DB9A5}" type="presParOf" srcId="{8CDC07D1-260C-48AC-A33E-66A2EA85175C}" destId="{0952CBA2-FFE1-4D1D-BC88-E6885AF70D72}" srcOrd="0" destOrd="0" presId="urn:microsoft.com/office/officeart/2018/2/layout/IconVerticalSolidList"/>
    <dgm:cxn modelId="{2BCDCA4E-7EB1-4079-BC25-96A85A09AD3F}" type="presParOf" srcId="{8CDC07D1-260C-48AC-A33E-66A2EA85175C}" destId="{7E93E1BB-A060-41B1-BC4C-92443201DD87}" srcOrd="1" destOrd="0" presId="urn:microsoft.com/office/officeart/2018/2/layout/IconVerticalSolidList"/>
    <dgm:cxn modelId="{AC82947E-6C92-4CF0-8EF5-4B8DEBC1F1DF}" type="presParOf" srcId="{8CDC07D1-260C-48AC-A33E-66A2EA85175C}" destId="{379651E7-2704-4449-8D38-579CBE3C5955}" srcOrd="2" destOrd="0" presId="urn:microsoft.com/office/officeart/2018/2/layout/IconVerticalSolidList"/>
    <dgm:cxn modelId="{5BAF3204-9D5E-4B41-A444-DD3FB601CC9E}" type="presParOf" srcId="{8CDC07D1-260C-48AC-A33E-66A2EA85175C}" destId="{1974F22B-A42C-41A1-B7DA-908E2C3110A0}" srcOrd="3" destOrd="0" presId="urn:microsoft.com/office/officeart/2018/2/layout/IconVerticalSolidList"/>
    <dgm:cxn modelId="{357D2551-FCDA-43E5-B36C-620DA75B371C}" type="presParOf" srcId="{52307760-8598-4EE4-B9A9-F72762321D89}" destId="{0E81827A-5813-43C5-82B6-62D320107000}" srcOrd="3" destOrd="0" presId="urn:microsoft.com/office/officeart/2018/2/layout/IconVerticalSolidList"/>
    <dgm:cxn modelId="{B3203191-D72B-4C6D-ADAE-167FFED0D0E6}" type="presParOf" srcId="{52307760-8598-4EE4-B9A9-F72762321D89}" destId="{5AE98E07-EA42-4B30-9B60-18811C55F6BC}" srcOrd="4" destOrd="0" presId="urn:microsoft.com/office/officeart/2018/2/layout/IconVerticalSolidList"/>
    <dgm:cxn modelId="{5336B50D-8B65-48FF-85B5-F57F3B706995}" type="presParOf" srcId="{5AE98E07-EA42-4B30-9B60-18811C55F6BC}" destId="{14CF2FD0-5059-4E88-AA04-A74F08B3398D}" srcOrd="0" destOrd="0" presId="urn:microsoft.com/office/officeart/2018/2/layout/IconVerticalSolidList"/>
    <dgm:cxn modelId="{D829E5E9-0FBC-4B20-84E2-BAAD6B44F18E}" type="presParOf" srcId="{5AE98E07-EA42-4B30-9B60-18811C55F6BC}" destId="{56027AA4-42D1-4DAB-9544-DA6F83D9FF2D}" srcOrd="1" destOrd="0" presId="urn:microsoft.com/office/officeart/2018/2/layout/IconVerticalSolidList"/>
    <dgm:cxn modelId="{A7AB88B0-4C6F-4D10-93E1-8A95CA4D16DA}" type="presParOf" srcId="{5AE98E07-EA42-4B30-9B60-18811C55F6BC}" destId="{77B204BA-F44E-4EFF-AFE0-1EA0F9B94826}" srcOrd="2" destOrd="0" presId="urn:microsoft.com/office/officeart/2018/2/layout/IconVerticalSolidList"/>
    <dgm:cxn modelId="{D3640F44-F2AA-4BF7-A8C1-FB826C119E7B}" type="presParOf" srcId="{5AE98E07-EA42-4B30-9B60-18811C55F6BC}" destId="{AC0E78D3-9EE0-4FB5-BAD7-6CDB228EDD15}" srcOrd="3" destOrd="0" presId="urn:microsoft.com/office/officeart/2018/2/layout/IconVerticalSolidList"/>
    <dgm:cxn modelId="{04269661-0027-478D-A353-18E7DE5DA0A0}" type="presParOf" srcId="{52307760-8598-4EE4-B9A9-F72762321D89}" destId="{61CE057A-BD32-435E-84E2-CDD8C13A074E}" srcOrd="5" destOrd="0" presId="urn:microsoft.com/office/officeart/2018/2/layout/IconVerticalSolidList"/>
    <dgm:cxn modelId="{EC193BC7-0E72-4D71-9EE1-A1675014EBE8}" type="presParOf" srcId="{52307760-8598-4EE4-B9A9-F72762321D89}" destId="{9A923EE2-52C6-4861-A3FA-F5610D7B0D4F}" srcOrd="6" destOrd="0" presId="urn:microsoft.com/office/officeart/2018/2/layout/IconVerticalSolidList"/>
    <dgm:cxn modelId="{76FCE716-84F8-49BB-BB13-28B55D3AE9F5}" type="presParOf" srcId="{9A923EE2-52C6-4861-A3FA-F5610D7B0D4F}" destId="{5598E117-2E37-4734-A889-88A5C73B5C66}" srcOrd="0" destOrd="0" presId="urn:microsoft.com/office/officeart/2018/2/layout/IconVerticalSolidList"/>
    <dgm:cxn modelId="{106E146C-58E8-4078-8E32-6F06672E2958}" type="presParOf" srcId="{9A923EE2-52C6-4861-A3FA-F5610D7B0D4F}" destId="{77D0F75E-175D-4BED-AD14-60FD31A4ACA7}" srcOrd="1" destOrd="0" presId="urn:microsoft.com/office/officeart/2018/2/layout/IconVerticalSolidList"/>
    <dgm:cxn modelId="{82639B25-8907-4AA6-998F-ECEC0A2B4544}" type="presParOf" srcId="{9A923EE2-52C6-4861-A3FA-F5610D7B0D4F}" destId="{C1784920-4667-45D5-8D7B-EE2C80E02E6A}" srcOrd="2" destOrd="0" presId="urn:microsoft.com/office/officeart/2018/2/layout/IconVerticalSolidList"/>
    <dgm:cxn modelId="{867FE26B-B795-49E8-B173-486F9313F644}" type="presParOf" srcId="{9A923EE2-52C6-4861-A3FA-F5610D7B0D4F}" destId="{152B0DD2-6E1A-4A17-971E-BE8261DBC320}" srcOrd="3" destOrd="0" presId="urn:microsoft.com/office/officeart/2018/2/layout/IconVerticalSolidList"/>
    <dgm:cxn modelId="{3CF48452-A6B4-4C5D-88F7-DAA6B5E7A78D}" type="presParOf" srcId="{52307760-8598-4EE4-B9A9-F72762321D89}" destId="{D0C54D6C-4A76-4694-909B-F1AB4A8FA9BC}" srcOrd="7" destOrd="0" presId="urn:microsoft.com/office/officeart/2018/2/layout/IconVerticalSolidList"/>
    <dgm:cxn modelId="{3B4EC181-75FD-4BF9-AEEF-400D8DE16B07}" type="presParOf" srcId="{52307760-8598-4EE4-B9A9-F72762321D89}" destId="{6EEEBBD6-D3D2-4D9B-9178-0F6A5DA3BA10}" srcOrd="8" destOrd="0" presId="urn:microsoft.com/office/officeart/2018/2/layout/IconVerticalSolidList"/>
    <dgm:cxn modelId="{8FAA6671-9F64-439F-A141-240951B93AB7}" type="presParOf" srcId="{6EEEBBD6-D3D2-4D9B-9178-0F6A5DA3BA10}" destId="{75E7F51D-87AD-4F07-A338-A75E4D3D8ADE}" srcOrd="0" destOrd="0" presId="urn:microsoft.com/office/officeart/2018/2/layout/IconVerticalSolidList"/>
    <dgm:cxn modelId="{AA2B153A-5C16-47DF-807C-8DCA622EA477}" type="presParOf" srcId="{6EEEBBD6-D3D2-4D9B-9178-0F6A5DA3BA10}" destId="{A676BB15-4727-41B3-B8A3-0200C5B896F0}" srcOrd="1" destOrd="0" presId="urn:microsoft.com/office/officeart/2018/2/layout/IconVerticalSolidList"/>
    <dgm:cxn modelId="{A7EE946B-4E0D-4382-B9FA-0F090A6AB03A}" type="presParOf" srcId="{6EEEBBD6-D3D2-4D9B-9178-0F6A5DA3BA10}" destId="{0B885E9A-2602-4672-8C0B-12F40C6DD195}" srcOrd="2" destOrd="0" presId="urn:microsoft.com/office/officeart/2018/2/layout/IconVerticalSolidList"/>
    <dgm:cxn modelId="{EAFB3A93-990E-4306-8E2B-7E8CE70E98E1}" type="presParOf" srcId="{6EEEBBD6-D3D2-4D9B-9178-0F6A5DA3BA10}" destId="{7BA8DED2-603E-4F4A-8C83-FEB1DDBC6C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1C786D-4C11-473A-BEF0-77288EDE250C}" type="doc">
      <dgm:prSet loTypeId="urn:microsoft.com/office/officeart/2005/8/layout/list1" loCatId="list" qsTypeId="urn:microsoft.com/office/officeart/2005/8/quickstyle/simple5" qsCatId="simple" csTypeId="urn:microsoft.com/office/officeart/2005/8/colors/accent6_3" csCatId="accent6"/>
      <dgm:spPr/>
      <dgm:t>
        <a:bodyPr/>
        <a:lstStyle/>
        <a:p>
          <a:endParaRPr lang="en-US"/>
        </a:p>
      </dgm:t>
    </dgm:pt>
    <dgm:pt modelId="{D582095B-64A4-42E6-BB61-707CDBA78C63}">
      <dgm:prSet/>
      <dgm:spPr/>
      <dgm:t>
        <a:bodyPr/>
        <a:lstStyle/>
        <a:p>
          <a:r>
            <a:rPr lang="fi-FI"/>
            <a:t>Scrum Master</a:t>
          </a:r>
          <a:endParaRPr lang="en-US"/>
        </a:p>
      </dgm:t>
    </dgm:pt>
    <dgm:pt modelId="{E02B30C4-17FF-4436-9E9E-A5E2B3FD71AD}" type="parTrans" cxnId="{317CD569-86D3-4916-8D59-79A9D2AF9CE0}">
      <dgm:prSet/>
      <dgm:spPr/>
      <dgm:t>
        <a:bodyPr/>
        <a:lstStyle/>
        <a:p>
          <a:endParaRPr lang="en-US"/>
        </a:p>
      </dgm:t>
    </dgm:pt>
    <dgm:pt modelId="{9EA0AFAD-7F03-4345-9B88-F97F2796C092}" type="sibTrans" cxnId="{317CD569-86D3-4916-8D59-79A9D2AF9CE0}">
      <dgm:prSet/>
      <dgm:spPr/>
      <dgm:t>
        <a:bodyPr/>
        <a:lstStyle/>
        <a:p>
          <a:endParaRPr lang="en-US"/>
        </a:p>
      </dgm:t>
    </dgm:pt>
    <dgm:pt modelId="{C0C557FC-0428-40A4-AF34-286B78D111FC}">
      <dgm:prSet/>
      <dgm:spPr/>
      <dgm:t>
        <a:bodyPr/>
        <a:lstStyle/>
        <a:p>
          <a:r>
            <a:rPr lang="fi-FI"/>
            <a:t>Frontend</a:t>
          </a:r>
          <a:endParaRPr lang="en-US"/>
        </a:p>
      </dgm:t>
    </dgm:pt>
    <dgm:pt modelId="{7F57F128-EB7F-418D-A103-B92049C4A4C0}" type="parTrans" cxnId="{0F01F459-70F0-4042-94E5-09A3B2BEAFBB}">
      <dgm:prSet/>
      <dgm:spPr/>
      <dgm:t>
        <a:bodyPr/>
        <a:lstStyle/>
        <a:p>
          <a:endParaRPr lang="en-US"/>
        </a:p>
      </dgm:t>
    </dgm:pt>
    <dgm:pt modelId="{DE7A04A0-DFB4-4B54-B2A3-C6B239744807}" type="sibTrans" cxnId="{0F01F459-70F0-4042-94E5-09A3B2BEAFBB}">
      <dgm:prSet/>
      <dgm:spPr/>
      <dgm:t>
        <a:bodyPr/>
        <a:lstStyle/>
        <a:p>
          <a:endParaRPr lang="en-US"/>
        </a:p>
      </dgm:t>
    </dgm:pt>
    <dgm:pt modelId="{FDDD6533-2E4A-4ADF-A128-7A4F552EC02F}">
      <dgm:prSet/>
      <dgm:spPr/>
      <dgm:t>
        <a:bodyPr/>
        <a:lstStyle/>
        <a:p>
          <a:r>
            <a:rPr lang="fi-FI"/>
            <a:t>Backend</a:t>
          </a:r>
          <a:endParaRPr lang="en-US"/>
        </a:p>
      </dgm:t>
    </dgm:pt>
    <dgm:pt modelId="{FAFB5A3D-51BB-4FBC-A2AE-4A759AD7C2E7}" type="parTrans" cxnId="{517E548E-8C7E-414B-A4BD-D10DC4DC6352}">
      <dgm:prSet/>
      <dgm:spPr/>
      <dgm:t>
        <a:bodyPr/>
        <a:lstStyle/>
        <a:p>
          <a:endParaRPr lang="en-US"/>
        </a:p>
      </dgm:t>
    </dgm:pt>
    <dgm:pt modelId="{FBDE67DA-B625-424D-A271-F7BBC9E71A97}" type="sibTrans" cxnId="{517E548E-8C7E-414B-A4BD-D10DC4DC6352}">
      <dgm:prSet/>
      <dgm:spPr/>
      <dgm:t>
        <a:bodyPr/>
        <a:lstStyle/>
        <a:p>
          <a:endParaRPr lang="en-US"/>
        </a:p>
      </dgm:t>
    </dgm:pt>
    <dgm:pt modelId="{B08DC9B9-34C2-4756-B0BD-8E56182F76EC}">
      <dgm:prSet/>
      <dgm:spPr/>
      <dgm:t>
        <a:bodyPr/>
        <a:lstStyle/>
        <a:p>
          <a:r>
            <a:rPr lang="fi-FI"/>
            <a:t>Database</a:t>
          </a:r>
          <a:endParaRPr lang="en-US"/>
        </a:p>
      </dgm:t>
    </dgm:pt>
    <dgm:pt modelId="{4C820126-B033-4714-B1FF-EC60237CFF04}" type="parTrans" cxnId="{758444AB-7EB9-4C0E-8C0D-59CC86CE06E3}">
      <dgm:prSet/>
      <dgm:spPr/>
      <dgm:t>
        <a:bodyPr/>
        <a:lstStyle/>
        <a:p>
          <a:endParaRPr lang="en-US"/>
        </a:p>
      </dgm:t>
    </dgm:pt>
    <dgm:pt modelId="{F1101DCA-7ADF-4510-B6A3-53F8658D5175}" type="sibTrans" cxnId="{758444AB-7EB9-4C0E-8C0D-59CC86CE06E3}">
      <dgm:prSet/>
      <dgm:spPr/>
      <dgm:t>
        <a:bodyPr/>
        <a:lstStyle/>
        <a:p>
          <a:endParaRPr lang="en-US"/>
        </a:p>
      </dgm:t>
    </dgm:pt>
    <dgm:pt modelId="{A195CA1E-654E-4927-AC22-869A2568BB22}">
      <dgm:prSet/>
      <dgm:spPr/>
      <dgm:t>
        <a:bodyPr/>
        <a:lstStyle/>
        <a:p>
          <a:r>
            <a:rPr lang="fi-FI"/>
            <a:t>Full-Stack</a:t>
          </a:r>
          <a:endParaRPr lang="en-US"/>
        </a:p>
      </dgm:t>
    </dgm:pt>
    <dgm:pt modelId="{F1ADA836-8D73-44BC-9DCD-B401EBC17973}" type="parTrans" cxnId="{B7A470EE-FF6A-42CE-A7D4-3AD44D1F5600}">
      <dgm:prSet/>
      <dgm:spPr/>
      <dgm:t>
        <a:bodyPr/>
        <a:lstStyle/>
        <a:p>
          <a:endParaRPr lang="en-US"/>
        </a:p>
      </dgm:t>
    </dgm:pt>
    <dgm:pt modelId="{A287BCA7-57CE-4262-96E2-43E03CAEB401}" type="sibTrans" cxnId="{B7A470EE-FF6A-42CE-A7D4-3AD44D1F5600}">
      <dgm:prSet/>
      <dgm:spPr/>
      <dgm:t>
        <a:bodyPr/>
        <a:lstStyle/>
        <a:p>
          <a:endParaRPr lang="en-US"/>
        </a:p>
      </dgm:t>
    </dgm:pt>
    <dgm:pt modelId="{27875167-8463-4B47-86FC-B8CFEA5FF778}" type="pres">
      <dgm:prSet presAssocID="{8E1C786D-4C11-473A-BEF0-77288EDE250C}" presName="linear" presStyleCnt="0">
        <dgm:presLayoutVars>
          <dgm:dir/>
          <dgm:animLvl val="lvl"/>
          <dgm:resizeHandles val="exact"/>
        </dgm:presLayoutVars>
      </dgm:prSet>
      <dgm:spPr/>
    </dgm:pt>
    <dgm:pt modelId="{DD594AE3-57A4-4955-B45C-59757D07E3CA}" type="pres">
      <dgm:prSet presAssocID="{D582095B-64A4-42E6-BB61-707CDBA78C63}" presName="parentLin" presStyleCnt="0"/>
      <dgm:spPr/>
    </dgm:pt>
    <dgm:pt modelId="{FCCEEB98-A4C3-4A3E-A2D3-CEB4905982AB}" type="pres">
      <dgm:prSet presAssocID="{D582095B-64A4-42E6-BB61-707CDBA78C63}" presName="parentLeftMargin" presStyleLbl="node1" presStyleIdx="0" presStyleCnt="5"/>
      <dgm:spPr/>
    </dgm:pt>
    <dgm:pt modelId="{970F42AF-4C12-45E8-A2BA-C7FE46973FDD}" type="pres">
      <dgm:prSet presAssocID="{D582095B-64A4-42E6-BB61-707CDBA78C6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950BE78-EC1D-4577-9FC9-EFA403ED8561}" type="pres">
      <dgm:prSet presAssocID="{D582095B-64A4-42E6-BB61-707CDBA78C63}" presName="negativeSpace" presStyleCnt="0"/>
      <dgm:spPr/>
    </dgm:pt>
    <dgm:pt modelId="{507485FE-1E32-4326-84AE-708867FF5F1D}" type="pres">
      <dgm:prSet presAssocID="{D582095B-64A4-42E6-BB61-707CDBA78C63}" presName="childText" presStyleLbl="conFgAcc1" presStyleIdx="0" presStyleCnt="5">
        <dgm:presLayoutVars>
          <dgm:bulletEnabled val="1"/>
        </dgm:presLayoutVars>
      </dgm:prSet>
      <dgm:spPr/>
    </dgm:pt>
    <dgm:pt modelId="{4C1F3A8F-57E9-432B-9C5D-89D58B707084}" type="pres">
      <dgm:prSet presAssocID="{9EA0AFAD-7F03-4345-9B88-F97F2796C092}" presName="spaceBetweenRectangles" presStyleCnt="0"/>
      <dgm:spPr/>
    </dgm:pt>
    <dgm:pt modelId="{761AF471-7C07-4EF0-88AC-3B69634FE6D0}" type="pres">
      <dgm:prSet presAssocID="{C0C557FC-0428-40A4-AF34-286B78D111FC}" presName="parentLin" presStyleCnt="0"/>
      <dgm:spPr/>
    </dgm:pt>
    <dgm:pt modelId="{78EB0C6A-733A-4C27-96DE-838240EF8D5A}" type="pres">
      <dgm:prSet presAssocID="{C0C557FC-0428-40A4-AF34-286B78D111FC}" presName="parentLeftMargin" presStyleLbl="node1" presStyleIdx="0" presStyleCnt="5"/>
      <dgm:spPr/>
    </dgm:pt>
    <dgm:pt modelId="{7BF63EB5-6446-4EB6-B1D8-069CB5FBF36D}" type="pres">
      <dgm:prSet presAssocID="{C0C557FC-0428-40A4-AF34-286B78D111F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45AD2F8-0129-4684-8BBC-7FBAA99A55A8}" type="pres">
      <dgm:prSet presAssocID="{C0C557FC-0428-40A4-AF34-286B78D111FC}" presName="negativeSpace" presStyleCnt="0"/>
      <dgm:spPr/>
    </dgm:pt>
    <dgm:pt modelId="{2C1D36D3-0E3E-442E-B332-5B339856E198}" type="pres">
      <dgm:prSet presAssocID="{C0C557FC-0428-40A4-AF34-286B78D111FC}" presName="childText" presStyleLbl="conFgAcc1" presStyleIdx="1" presStyleCnt="5">
        <dgm:presLayoutVars>
          <dgm:bulletEnabled val="1"/>
        </dgm:presLayoutVars>
      </dgm:prSet>
      <dgm:spPr/>
    </dgm:pt>
    <dgm:pt modelId="{11D76E1F-C76E-4F63-AFD8-0062F0B3303C}" type="pres">
      <dgm:prSet presAssocID="{DE7A04A0-DFB4-4B54-B2A3-C6B239744807}" presName="spaceBetweenRectangles" presStyleCnt="0"/>
      <dgm:spPr/>
    </dgm:pt>
    <dgm:pt modelId="{28D46C74-0F6F-4773-8F79-55A9EA48B5CC}" type="pres">
      <dgm:prSet presAssocID="{FDDD6533-2E4A-4ADF-A128-7A4F552EC02F}" presName="parentLin" presStyleCnt="0"/>
      <dgm:spPr/>
    </dgm:pt>
    <dgm:pt modelId="{16395F3F-B6EA-49E9-BFB9-A82BA365A84E}" type="pres">
      <dgm:prSet presAssocID="{FDDD6533-2E4A-4ADF-A128-7A4F552EC02F}" presName="parentLeftMargin" presStyleLbl="node1" presStyleIdx="1" presStyleCnt="5"/>
      <dgm:spPr/>
    </dgm:pt>
    <dgm:pt modelId="{65501A03-2559-4995-8EC9-C0DFCDD91CA8}" type="pres">
      <dgm:prSet presAssocID="{FDDD6533-2E4A-4ADF-A128-7A4F552EC02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D942F2C-A8EE-4D35-9FF9-98F0A54183EF}" type="pres">
      <dgm:prSet presAssocID="{FDDD6533-2E4A-4ADF-A128-7A4F552EC02F}" presName="negativeSpace" presStyleCnt="0"/>
      <dgm:spPr/>
    </dgm:pt>
    <dgm:pt modelId="{6F7623E1-A64B-413E-B52C-999DA99C553C}" type="pres">
      <dgm:prSet presAssocID="{FDDD6533-2E4A-4ADF-A128-7A4F552EC02F}" presName="childText" presStyleLbl="conFgAcc1" presStyleIdx="2" presStyleCnt="5">
        <dgm:presLayoutVars>
          <dgm:bulletEnabled val="1"/>
        </dgm:presLayoutVars>
      </dgm:prSet>
      <dgm:spPr/>
    </dgm:pt>
    <dgm:pt modelId="{76FC0BBD-A028-4FAD-B996-265EFF0CD465}" type="pres">
      <dgm:prSet presAssocID="{FBDE67DA-B625-424D-A271-F7BBC9E71A97}" presName="spaceBetweenRectangles" presStyleCnt="0"/>
      <dgm:spPr/>
    </dgm:pt>
    <dgm:pt modelId="{76C55C55-1EE1-4D5F-812F-A6C13B88CCCC}" type="pres">
      <dgm:prSet presAssocID="{B08DC9B9-34C2-4756-B0BD-8E56182F76EC}" presName="parentLin" presStyleCnt="0"/>
      <dgm:spPr/>
    </dgm:pt>
    <dgm:pt modelId="{40BF347D-27E2-4C4D-8C3A-5429A57FCCBA}" type="pres">
      <dgm:prSet presAssocID="{B08DC9B9-34C2-4756-B0BD-8E56182F76EC}" presName="parentLeftMargin" presStyleLbl="node1" presStyleIdx="2" presStyleCnt="5"/>
      <dgm:spPr/>
    </dgm:pt>
    <dgm:pt modelId="{25ACE7E9-BE76-45B7-960A-5AE7C36F7734}" type="pres">
      <dgm:prSet presAssocID="{B08DC9B9-34C2-4756-B0BD-8E56182F76E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B0FD1E1-625C-4E8C-984D-5211E51FF360}" type="pres">
      <dgm:prSet presAssocID="{B08DC9B9-34C2-4756-B0BD-8E56182F76EC}" presName="negativeSpace" presStyleCnt="0"/>
      <dgm:spPr/>
    </dgm:pt>
    <dgm:pt modelId="{5E469A45-004D-46A9-B39C-C62E19644D82}" type="pres">
      <dgm:prSet presAssocID="{B08DC9B9-34C2-4756-B0BD-8E56182F76EC}" presName="childText" presStyleLbl="conFgAcc1" presStyleIdx="3" presStyleCnt="5">
        <dgm:presLayoutVars>
          <dgm:bulletEnabled val="1"/>
        </dgm:presLayoutVars>
      </dgm:prSet>
      <dgm:spPr/>
    </dgm:pt>
    <dgm:pt modelId="{F11D5567-7971-4E66-B218-0E2B08EFD0F6}" type="pres">
      <dgm:prSet presAssocID="{F1101DCA-7ADF-4510-B6A3-53F8658D5175}" presName="spaceBetweenRectangles" presStyleCnt="0"/>
      <dgm:spPr/>
    </dgm:pt>
    <dgm:pt modelId="{67B91F94-A74B-46E9-9F42-A44334918E8D}" type="pres">
      <dgm:prSet presAssocID="{A195CA1E-654E-4927-AC22-869A2568BB22}" presName="parentLin" presStyleCnt="0"/>
      <dgm:spPr/>
    </dgm:pt>
    <dgm:pt modelId="{7C7D137A-68B9-4C65-9705-EF2C20F43364}" type="pres">
      <dgm:prSet presAssocID="{A195CA1E-654E-4927-AC22-869A2568BB22}" presName="parentLeftMargin" presStyleLbl="node1" presStyleIdx="3" presStyleCnt="5"/>
      <dgm:spPr/>
    </dgm:pt>
    <dgm:pt modelId="{9124A201-164F-4A67-A506-DC4AFA264E34}" type="pres">
      <dgm:prSet presAssocID="{A195CA1E-654E-4927-AC22-869A2568BB22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D8F99625-99B8-4A07-99D6-156D52DE6912}" type="pres">
      <dgm:prSet presAssocID="{A195CA1E-654E-4927-AC22-869A2568BB22}" presName="negativeSpace" presStyleCnt="0"/>
      <dgm:spPr/>
    </dgm:pt>
    <dgm:pt modelId="{D3353E67-FE6C-45CA-B919-F58891E5B298}" type="pres">
      <dgm:prSet presAssocID="{A195CA1E-654E-4927-AC22-869A2568BB22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0964A11D-57B4-4454-B331-49B1A494FFCA}" type="presOf" srcId="{B08DC9B9-34C2-4756-B0BD-8E56182F76EC}" destId="{40BF347D-27E2-4C4D-8C3A-5429A57FCCBA}" srcOrd="0" destOrd="0" presId="urn:microsoft.com/office/officeart/2005/8/layout/list1"/>
    <dgm:cxn modelId="{4FC6E626-92DF-4825-9C22-5CA14DF9ED30}" type="presOf" srcId="{D582095B-64A4-42E6-BB61-707CDBA78C63}" destId="{970F42AF-4C12-45E8-A2BA-C7FE46973FDD}" srcOrd="1" destOrd="0" presId="urn:microsoft.com/office/officeart/2005/8/layout/list1"/>
    <dgm:cxn modelId="{7C95713F-D3D1-433B-9278-0C992148D36D}" type="presOf" srcId="{A195CA1E-654E-4927-AC22-869A2568BB22}" destId="{7C7D137A-68B9-4C65-9705-EF2C20F43364}" srcOrd="0" destOrd="0" presId="urn:microsoft.com/office/officeart/2005/8/layout/list1"/>
    <dgm:cxn modelId="{E3410D5F-5D2B-40C0-89E4-C1EA43C65F19}" type="presOf" srcId="{D582095B-64A4-42E6-BB61-707CDBA78C63}" destId="{FCCEEB98-A4C3-4A3E-A2D3-CEB4905982AB}" srcOrd="0" destOrd="0" presId="urn:microsoft.com/office/officeart/2005/8/layout/list1"/>
    <dgm:cxn modelId="{317CD569-86D3-4916-8D59-79A9D2AF9CE0}" srcId="{8E1C786D-4C11-473A-BEF0-77288EDE250C}" destId="{D582095B-64A4-42E6-BB61-707CDBA78C63}" srcOrd="0" destOrd="0" parTransId="{E02B30C4-17FF-4436-9E9E-A5E2B3FD71AD}" sibTransId="{9EA0AFAD-7F03-4345-9B88-F97F2796C092}"/>
    <dgm:cxn modelId="{0F01F459-70F0-4042-94E5-09A3B2BEAFBB}" srcId="{8E1C786D-4C11-473A-BEF0-77288EDE250C}" destId="{C0C557FC-0428-40A4-AF34-286B78D111FC}" srcOrd="1" destOrd="0" parTransId="{7F57F128-EB7F-418D-A103-B92049C4A4C0}" sibTransId="{DE7A04A0-DFB4-4B54-B2A3-C6B239744807}"/>
    <dgm:cxn modelId="{517E548E-8C7E-414B-A4BD-D10DC4DC6352}" srcId="{8E1C786D-4C11-473A-BEF0-77288EDE250C}" destId="{FDDD6533-2E4A-4ADF-A128-7A4F552EC02F}" srcOrd="2" destOrd="0" parTransId="{FAFB5A3D-51BB-4FBC-A2AE-4A759AD7C2E7}" sibTransId="{FBDE67DA-B625-424D-A271-F7BBC9E71A97}"/>
    <dgm:cxn modelId="{758444AB-7EB9-4C0E-8C0D-59CC86CE06E3}" srcId="{8E1C786D-4C11-473A-BEF0-77288EDE250C}" destId="{B08DC9B9-34C2-4756-B0BD-8E56182F76EC}" srcOrd="3" destOrd="0" parTransId="{4C820126-B033-4714-B1FF-EC60237CFF04}" sibTransId="{F1101DCA-7ADF-4510-B6A3-53F8658D5175}"/>
    <dgm:cxn modelId="{2AA4C9B3-7320-4A44-8878-CD5825BE85D6}" type="presOf" srcId="{A195CA1E-654E-4927-AC22-869A2568BB22}" destId="{9124A201-164F-4A67-A506-DC4AFA264E34}" srcOrd="1" destOrd="0" presId="urn:microsoft.com/office/officeart/2005/8/layout/list1"/>
    <dgm:cxn modelId="{148DB0C4-6F4B-467C-81BD-1AB056D15DEF}" type="presOf" srcId="{FDDD6533-2E4A-4ADF-A128-7A4F552EC02F}" destId="{65501A03-2559-4995-8EC9-C0DFCDD91CA8}" srcOrd="1" destOrd="0" presId="urn:microsoft.com/office/officeart/2005/8/layout/list1"/>
    <dgm:cxn modelId="{74F628C8-58F3-4A9C-B7C4-182DF7FE5F9B}" type="presOf" srcId="{C0C557FC-0428-40A4-AF34-286B78D111FC}" destId="{78EB0C6A-733A-4C27-96DE-838240EF8D5A}" srcOrd="0" destOrd="0" presId="urn:microsoft.com/office/officeart/2005/8/layout/list1"/>
    <dgm:cxn modelId="{B07EBEE4-60B3-49F1-8251-DE96DF60DA9E}" type="presOf" srcId="{B08DC9B9-34C2-4756-B0BD-8E56182F76EC}" destId="{25ACE7E9-BE76-45B7-960A-5AE7C36F7734}" srcOrd="1" destOrd="0" presId="urn:microsoft.com/office/officeart/2005/8/layout/list1"/>
    <dgm:cxn modelId="{0DBB0BE6-6DC6-40F0-B1BC-44499AFDE905}" type="presOf" srcId="{C0C557FC-0428-40A4-AF34-286B78D111FC}" destId="{7BF63EB5-6446-4EB6-B1D8-069CB5FBF36D}" srcOrd="1" destOrd="0" presId="urn:microsoft.com/office/officeart/2005/8/layout/list1"/>
    <dgm:cxn modelId="{B7A470EE-FF6A-42CE-A7D4-3AD44D1F5600}" srcId="{8E1C786D-4C11-473A-BEF0-77288EDE250C}" destId="{A195CA1E-654E-4927-AC22-869A2568BB22}" srcOrd="4" destOrd="0" parTransId="{F1ADA836-8D73-44BC-9DCD-B401EBC17973}" sibTransId="{A287BCA7-57CE-4262-96E2-43E03CAEB401}"/>
    <dgm:cxn modelId="{179B84FE-47C9-4C9A-BA29-5940B9D0F4FB}" type="presOf" srcId="{8E1C786D-4C11-473A-BEF0-77288EDE250C}" destId="{27875167-8463-4B47-86FC-B8CFEA5FF778}" srcOrd="0" destOrd="0" presId="urn:microsoft.com/office/officeart/2005/8/layout/list1"/>
    <dgm:cxn modelId="{871118FF-7C18-45A8-B699-83C32156EF7D}" type="presOf" srcId="{FDDD6533-2E4A-4ADF-A128-7A4F552EC02F}" destId="{16395F3F-B6EA-49E9-BFB9-A82BA365A84E}" srcOrd="0" destOrd="0" presId="urn:microsoft.com/office/officeart/2005/8/layout/list1"/>
    <dgm:cxn modelId="{F0A17A2F-4E3D-432E-8850-312AEBDE301C}" type="presParOf" srcId="{27875167-8463-4B47-86FC-B8CFEA5FF778}" destId="{DD594AE3-57A4-4955-B45C-59757D07E3CA}" srcOrd="0" destOrd="0" presId="urn:microsoft.com/office/officeart/2005/8/layout/list1"/>
    <dgm:cxn modelId="{5B514644-7193-48EE-B680-977FC2739DF9}" type="presParOf" srcId="{DD594AE3-57A4-4955-B45C-59757D07E3CA}" destId="{FCCEEB98-A4C3-4A3E-A2D3-CEB4905982AB}" srcOrd="0" destOrd="0" presId="urn:microsoft.com/office/officeart/2005/8/layout/list1"/>
    <dgm:cxn modelId="{1FE0735F-79AD-46F8-AA04-0EF5C46B5DC8}" type="presParOf" srcId="{DD594AE3-57A4-4955-B45C-59757D07E3CA}" destId="{970F42AF-4C12-45E8-A2BA-C7FE46973FDD}" srcOrd="1" destOrd="0" presId="urn:microsoft.com/office/officeart/2005/8/layout/list1"/>
    <dgm:cxn modelId="{19D96D36-D367-409A-B7BD-A0242E36736A}" type="presParOf" srcId="{27875167-8463-4B47-86FC-B8CFEA5FF778}" destId="{6950BE78-EC1D-4577-9FC9-EFA403ED8561}" srcOrd="1" destOrd="0" presId="urn:microsoft.com/office/officeart/2005/8/layout/list1"/>
    <dgm:cxn modelId="{FA34D6F2-4259-40E3-8691-926E9ABE0CC8}" type="presParOf" srcId="{27875167-8463-4B47-86FC-B8CFEA5FF778}" destId="{507485FE-1E32-4326-84AE-708867FF5F1D}" srcOrd="2" destOrd="0" presId="urn:microsoft.com/office/officeart/2005/8/layout/list1"/>
    <dgm:cxn modelId="{C989B477-AEC4-4FA5-9E91-3E4175AD64A8}" type="presParOf" srcId="{27875167-8463-4B47-86FC-B8CFEA5FF778}" destId="{4C1F3A8F-57E9-432B-9C5D-89D58B707084}" srcOrd="3" destOrd="0" presId="urn:microsoft.com/office/officeart/2005/8/layout/list1"/>
    <dgm:cxn modelId="{71970497-ACB0-458A-9974-8C90CAD2BA31}" type="presParOf" srcId="{27875167-8463-4B47-86FC-B8CFEA5FF778}" destId="{761AF471-7C07-4EF0-88AC-3B69634FE6D0}" srcOrd="4" destOrd="0" presId="urn:microsoft.com/office/officeart/2005/8/layout/list1"/>
    <dgm:cxn modelId="{7B9A19E8-C5AB-4212-B0D6-A459515ED6EC}" type="presParOf" srcId="{761AF471-7C07-4EF0-88AC-3B69634FE6D0}" destId="{78EB0C6A-733A-4C27-96DE-838240EF8D5A}" srcOrd="0" destOrd="0" presId="urn:microsoft.com/office/officeart/2005/8/layout/list1"/>
    <dgm:cxn modelId="{76CB3107-96D8-4F0C-AF3A-916C0152F71C}" type="presParOf" srcId="{761AF471-7C07-4EF0-88AC-3B69634FE6D0}" destId="{7BF63EB5-6446-4EB6-B1D8-069CB5FBF36D}" srcOrd="1" destOrd="0" presId="urn:microsoft.com/office/officeart/2005/8/layout/list1"/>
    <dgm:cxn modelId="{AA4B8AFC-94E4-4559-AAB9-CACB1C7BBCF4}" type="presParOf" srcId="{27875167-8463-4B47-86FC-B8CFEA5FF778}" destId="{945AD2F8-0129-4684-8BBC-7FBAA99A55A8}" srcOrd="5" destOrd="0" presId="urn:microsoft.com/office/officeart/2005/8/layout/list1"/>
    <dgm:cxn modelId="{019DB4A0-AA7D-4863-8F3C-04006E07F1CC}" type="presParOf" srcId="{27875167-8463-4B47-86FC-B8CFEA5FF778}" destId="{2C1D36D3-0E3E-442E-B332-5B339856E198}" srcOrd="6" destOrd="0" presId="urn:microsoft.com/office/officeart/2005/8/layout/list1"/>
    <dgm:cxn modelId="{E6F6AFD1-911E-4827-94BC-6A3CCC24515D}" type="presParOf" srcId="{27875167-8463-4B47-86FC-B8CFEA5FF778}" destId="{11D76E1F-C76E-4F63-AFD8-0062F0B3303C}" srcOrd="7" destOrd="0" presId="urn:microsoft.com/office/officeart/2005/8/layout/list1"/>
    <dgm:cxn modelId="{0069E99F-AEFD-40C3-820E-94375E76C569}" type="presParOf" srcId="{27875167-8463-4B47-86FC-B8CFEA5FF778}" destId="{28D46C74-0F6F-4773-8F79-55A9EA48B5CC}" srcOrd="8" destOrd="0" presId="urn:microsoft.com/office/officeart/2005/8/layout/list1"/>
    <dgm:cxn modelId="{707C2F8A-B608-40A2-A5DF-671F2B7DE5E1}" type="presParOf" srcId="{28D46C74-0F6F-4773-8F79-55A9EA48B5CC}" destId="{16395F3F-B6EA-49E9-BFB9-A82BA365A84E}" srcOrd="0" destOrd="0" presId="urn:microsoft.com/office/officeart/2005/8/layout/list1"/>
    <dgm:cxn modelId="{938553AD-BB8C-40B4-9199-FBEFFD78068B}" type="presParOf" srcId="{28D46C74-0F6F-4773-8F79-55A9EA48B5CC}" destId="{65501A03-2559-4995-8EC9-C0DFCDD91CA8}" srcOrd="1" destOrd="0" presId="urn:microsoft.com/office/officeart/2005/8/layout/list1"/>
    <dgm:cxn modelId="{E09AF804-E0C6-4237-9803-5BC72557FED2}" type="presParOf" srcId="{27875167-8463-4B47-86FC-B8CFEA5FF778}" destId="{6D942F2C-A8EE-4D35-9FF9-98F0A54183EF}" srcOrd="9" destOrd="0" presId="urn:microsoft.com/office/officeart/2005/8/layout/list1"/>
    <dgm:cxn modelId="{14720FED-8066-42DD-85A3-9D0835D8765A}" type="presParOf" srcId="{27875167-8463-4B47-86FC-B8CFEA5FF778}" destId="{6F7623E1-A64B-413E-B52C-999DA99C553C}" srcOrd="10" destOrd="0" presId="urn:microsoft.com/office/officeart/2005/8/layout/list1"/>
    <dgm:cxn modelId="{23AD9CBC-9323-4EA0-A6CD-62C391DC310A}" type="presParOf" srcId="{27875167-8463-4B47-86FC-B8CFEA5FF778}" destId="{76FC0BBD-A028-4FAD-B996-265EFF0CD465}" srcOrd="11" destOrd="0" presId="urn:microsoft.com/office/officeart/2005/8/layout/list1"/>
    <dgm:cxn modelId="{E45703B2-D408-48BF-854E-2E2E77B5A76F}" type="presParOf" srcId="{27875167-8463-4B47-86FC-B8CFEA5FF778}" destId="{76C55C55-1EE1-4D5F-812F-A6C13B88CCCC}" srcOrd="12" destOrd="0" presId="urn:microsoft.com/office/officeart/2005/8/layout/list1"/>
    <dgm:cxn modelId="{C3C9353A-5E84-4D8F-BC62-9C49A0B064BD}" type="presParOf" srcId="{76C55C55-1EE1-4D5F-812F-A6C13B88CCCC}" destId="{40BF347D-27E2-4C4D-8C3A-5429A57FCCBA}" srcOrd="0" destOrd="0" presId="urn:microsoft.com/office/officeart/2005/8/layout/list1"/>
    <dgm:cxn modelId="{D1B93FAB-1DD0-479C-A497-DD04D1760380}" type="presParOf" srcId="{76C55C55-1EE1-4D5F-812F-A6C13B88CCCC}" destId="{25ACE7E9-BE76-45B7-960A-5AE7C36F7734}" srcOrd="1" destOrd="0" presId="urn:microsoft.com/office/officeart/2005/8/layout/list1"/>
    <dgm:cxn modelId="{B6E0CD4D-8647-41D1-8925-00483066123E}" type="presParOf" srcId="{27875167-8463-4B47-86FC-B8CFEA5FF778}" destId="{9B0FD1E1-625C-4E8C-984D-5211E51FF360}" srcOrd="13" destOrd="0" presId="urn:microsoft.com/office/officeart/2005/8/layout/list1"/>
    <dgm:cxn modelId="{1ADF6815-9D72-4650-94A4-351CA8ACF620}" type="presParOf" srcId="{27875167-8463-4B47-86FC-B8CFEA5FF778}" destId="{5E469A45-004D-46A9-B39C-C62E19644D82}" srcOrd="14" destOrd="0" presId="urn:microsoft.com/office/officeart/2005/8/layout/list1"/>
    <dgm:cxn modelId="{0E95C38F-6D64-4E19-A28E-9BE0F336908B}" type="presParOf" srcId="{27875167-8463-4B47-86FC-B8CFEA5FF778}" destId="{F11D5567-7971-4E66-B218-0E2B08EFD0F6}" srcOrd="15" destOrd="0" presId="urn:microsoft.com/office/officeart/2005/8/layout/list1"/>
    <dgm:cxn modelId="{80A16EF4-0049-407B-89F6-6B244F8B073D}" type="presParOf" srcId="{27875167-8463-4B47-86FC-B8CFEA5FF778}" destId="{67B91F94-A74B-46E9-9F42-A44334918E8D}" srcOrd="16" destOrd="0" presId="urn:microsoft.com/office/officeart/2005/8/layout/list1"/>
    <dgm:cxn modelId="{35FCEF63-D235-43FA-9C4C-5D535706704B}" type="presParOf" srcId="{67B91F94-A74B-46E9-9F42-A44334918E8D}" destId="{7C7D137A-68B9-4C65-9705-EF2C20F43364}" srcOrd="0" destOrd="0" presId="urn:microsoft.com/office/officeart/2005/8/layout/list1"/>
    <dgm:cxn modelId="{BD027C13-FEA6-4630-B422-68FF594F501D}" type="presParOf" srcId="{67B91F94-A74B-46E9-9F42-A44334918E8D}" destId="{9124A201-164F-4A67-A506-DC4AFA264E34}" srcOrd="1" destOrd="0" presId="urn:microsoft.com/office/officeart/2005/8/layout/list1"/>
    <dgm:cxn modelId="{51723C0F-F213-4A45-A433-5F6433D174EB}" type="presParOf" srcId="{27875167-8463-4B47-86FC-B8CFEA5FF778}" destId="{D8F99625-99B8-4A07-99D6-156D52DE6912}" srcOrd="17" destOrd="0" presId="urn:microsoft.com/office/officeart/2005/8/layout/list1"/>
    <dgm:cxn modelId="{7BE07DC7-B0B8-41DD-97FF-344901BF9F25}" type="presParOf" srcId="{27875167-8463-4B47-86FC-B8CFEA5FF778}" destId="{D3353E67-FE6C-45CA-B919-F58891E5B298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181886-386F-4698-95C5-EDAF85B38CB9}" type="doc">
      <dgm:prSet loTypeId="urn:microsoft.com/office/officeart/2005/8/layout/venn3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46C0CA85-3EBC-4D39-A463-D55D4DD34846}">
      <dgm:prSet phldrT="[Texto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2000" b="1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New</a:t>
          </a:r>
        </a:p>
      </dgm:t>
    </dgm:pt>
    <dgm:pt modelId="{D67CCDFA-7E44-4AB6-9299-3C35BE4D7606}" type="parTrans" cxnId="{A76D3117-D83E-471D-9129-2D5FE3F521B7}">
      <dgm:prSet/>
      <dgm:spPr/>
      <dgm:t>
        <a:bodyPr/>
        <a:lstStyle/>
        <a:p>
          <a:endParaRPr lang="es-ES"/>
        </a:p>
      </dgm:t>
    </dgm:pt>
    <dgm:pt modelId="{906D9136-0935-4595-984D-094715F71EAA}" type="sibTrans" cxnId="{A76D3117-D83E-471D-9129-2D5FE3F521B7}">
      <dgm:prSet/>
      <dgm:spPr/>
      <dgm:t>
        <a:bodyPr/>
        <a:lstStyle/>
        <a:p>
          <a:endParaRPr lang="es-ES"/>
        </a:p>
      </dgm:t>
    </dgm:pt>
    <dgm:pt modelId="{84FF2B53-6BA2-400D-BA49-D7544659EDAC}">
      <dgm:prSet phldrT="[Texto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23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Docker </a:t>
          </a:r>
        </a:p>
      </dgm:t>
    </dgm:pt>
    <dgm:pt modelId="{51DCBB2D-7A8E-435E-B8E2-5F3207C515BA}" type="parTrans" cxnId="{460C1F82-0593-4033-BA51-E5E7BB7EB418}">
      <dgm:prSet/>
      <dgm:spPr/>
      <dgm:t>
        <a:bodyPr/>
        <a:lstStyle/>
        <a:p>
          <a:endParaRPr lang="es-ES"/>
        </a:p>
      </dgm:t>
    </dgm:pt>
    <dgm:pt modelId="{05706BA6-E078-417C-A2B6-D3139AE1AE3F}" type="sibTrans" cxnId="{460C1F82-0593-4033-BA51-E5E7BB7EB418}">
      <dgm:prSet/>
      <dgm:spPr/>
      <dgm:t>
        <a:bodyPr/>
        <a:lstStyle/>
        <a:p>
          <a:endParaRPr lang="es-ES"/>
        </a:p>
      </dgm:t>
    </dgm:pt>
    <dgm:pt modelId="{299FF948-0E2E-4DBD-9928-46EB574B7AA1}">
      <dgm:prSet phldrT="[Texto]" phldr="0"/>
      <dgm:spPr/>
      <dgm:t>
        <a:bodyPr/>
        <a:lstStyle/>
        <a:p>
          <a:pPr algn="l">
            <a:lnSpc>
              <a:spcPct val="90000"/>
            </a:lnSpc>
          </a:pPr>
          <a:r>
            <a:rPr lang="es-ES" sz="23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Backlog</a:t>
          </a:r>
        </a:p>
      </dgm:t>
    </dgm:pt>
    <dgm:pt modelId="{753FC4A1-00CA-4DA9-9528-D3FF635BA1C2}" type="parTrans" cxnId="{E1854285-8B79-43A4-A9C6-D9CCF8AE663A}">
      <dgm:prSet/>
      <dgm:spPr/>
      <dgm:t>
        <a:bodyPr/>
        <a:lstStyle/>
        <a:p>
          <a:endParaRPr lang="es-ES"/>
        </a:p>
      </dgm:t>
    </dgm:pt>
    <dgm:pt modelId="{76E183DF-8E18-4B77-8275-B02333B3A12F}" type="sibTrans" cxnId="{E1854285-8B79-43A4-A9C6-D9CCF8AE663A}">
      <dgm:prSet/>
      <dgm:spPr/>
      <dgm:t>
        <a:bodyPr/>
        <a:lstStyle/>
        <a:p>
          <a:endParaRPr lang="es-ES"/>
        </a:p>
      </dgm:t>
    </dgm:pt>
    <dgm:pt modelId="{80206D80-7543-470A-9820-2F953A2E2C83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s-ES" sz="23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Swagger</a:t>
          </a:r>
        </a:p>
      </dgm:t>
    </dgm:pt>
    <dgm:pt modelId="{02389091-424B-44D6-90FC-64D8922C0AD5}" type="parTrans" cxnId="{C9E9036F-B7C4-4AB2-8F20-CD4C567A9718}">
      <dgm:prSet/>
      <dgm:spPr/>
    </dgm:pt>
    <dgm:pt modelId="{AAC85D02-EE42-4F38-81BE-8D71F88B49AF}" type="sibTrans" cxnId="{C9E9036F-B7C4-4AB2-8F20-CD4C567A9718}">
      <dgm:prSet/>
      <dgm:spPr/>
    </dgm:pt>
    <dgm:pt modelId="{5509E376-6C21-41F6-BE2A-41C46F789275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2000" b="1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Challenging</a:t>
          </a:r>
        </a:p>
      </dgm:t>
    </dgm:pt>
    <dgm:pt modelId="{53D6047E-69C7-4F23-8829-EFF144F66F3F}" type="parTrans" cxnId="{2BB7E027-A106-45D3-83CD-9E2E4580253D}">
      <dgm:prSet/>
      <dgm:spPr/>
    </dgm:pt>
    <dgm:pt modelId="{C5741CC3-0952-4BED-BB47-50CF2C741A2B}" type="sibTrans" cxnId="{2BB7E027-A106-45D3-83CD-9E2E4580253D}">
      <dgm:prSet/>
      <dgm:spPr/>
    </dgm:pt>
    <dgm:pt modelId="{DDCCD084-05EE-469F-8790-10CC788A1FCA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s-ES" sz="2300" dirty="0" err="1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Tests</a:t>
          </a:r>
          <a:endParaRPr lang="es-ES" sz="2300" dirty="0">
            <a:solidFill>
              <a:schemeClr val="bg2">
                <a:lumMod val="25000"/>
              </a:schemeClr>
            </a:solidFill>
            <a:latin typeface="Aptos" panose="020B0004020202020204"/>
            <a:ea typeface="+mn-ea"/>
            <a:cs typeface="+mn-cs"/>
          </a:endParaRPr>
        </a:p>
      </dgm:t>
    </dgm:pt>
    <dgm:pt modelId="{31A7A4DC-40FC-4B16-800B-95DEBEF42334}" type="parTrans" cxnId="{D1559820-B03B-457C-AFFA-49157DB56433}">
      <dgm:prSet/>
      <dgm:spPr/>
    </dgm:pt>
    <dgm:pt modelId="{5AEFD6CD-D37C-4374-AD05-06EA5C002C34}" type="sibTrans" cxnId="{D1559820-B03B-457C-AFFA-49157DB56433}">
      <dgm:prSet/>
      <dgm:spPr/>
    </dgm:pt>
    <dgm:pt modelId="{E6C2F72E-D224-41BA-B338-7DAFCD020128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1600" dirty="0" err="1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Merging</a:t>
          </a:r>
          <a:r>
            <a:rPr lang="es-ES" sz="16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s-ES" sz="1600" dirty="0" err="1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code</a:t>
          </a:r>
          <a:endParaRPr lang="es-ES" sz="1600" dirty="0">
            <a:solidFill>
              <a:schemeClr val="bg2">
                <a:lumMod val="25000"/>
              </a:schemeClr>
            </a:solidFill>
            <a:latin typeface="Aptos" panose="020B0004020202020204"/>
            <a:ea typeface="+mn-ea"/>
            <a:cs typeface="+mn-cs"/>
          </a:endParaRPr>
        </a:p>
      </dgm:t>
    </dgm:pt>
    <dgm:pt modelId="{DAAD9556-B6C6-40F9-8ABE-02D8AC3CBE08}" type="parTrans" cxnId="{3890E0D3-E859-4183-AE2E-A80437E909F9}">
      <dgm:prSet/>
      <dgm:spPr/>
    </dgm:pt>
    <dgm:pt modelId="{204F26AD-CC4C-47BA-B723-F0DB999B41B3}" type="sibTrans" cxnId="{3890E0D3-E859-4183-AE2E-A80437E909F9}">
      <dgm:prSet/>
      <dgm:spPr/>
    </dgm:pt>
    <dgm:pt modelId="{5DFA767E-E3A3-4C1E-9149-6D6149D4CF43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16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Resolving conflicts</a:t>
          </a:r>
        </a:p>
      </dgm:t>
    </dgm:pt>
    <dgm:pt modelId="{CE4526F0-5564-4AB3-ABA9-ED3A5E9FB78A}" type="parTrans" cxnId="{3695FB95-AFFA-49B2-AE19-956E7E4DD5CD}">
      <dgm:prSet/>
      <dgm:spPr/>
    </dgm:pt>
    <dgm:pt modelId="{04A1344B-8B7C-4ED8-BF93-EB5E63878880}" type="sibTrans" cxnId="{3695FB95-AFFA-49B2-AE19-956E7E4DD5CD}">
      <dgm:prSet/>
      <dgm:spPr/>
    </dgm:pt>
    <dgm:pt modelId="{34F781BC-F052-432B-A3F6-43CEA1FCC14A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1600" dirty="0" err="1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Tests</a:t>
          </a:r>
          <a:endParaRPr lang="es-ES" sz="1600" dirty="0">
            <a:solidFill>
              <a:schemeClr val="bg2">
                <a:lumMod val="25000"/>
              </a:schemeClr>
            </a:solidFill>
            <a:latin typeface="Aptos" panose="020B0004020202020204"/>
            <a:ea typeface="+mn-ea"/>
            <a:cs typeface="+mn-cs"/>
          </a:endParaRPr>
        </a:p>
      </dgm:t>
    </dgm:pt>
    <dgm:pt modelId="{CDCF35DD-1B0E-4960-A1FE-1857FCD2C717}" type="parTrans" cxnId="{C40EE44E-1F58-44E3-9530-6C9C6585389C}">
      <dgm:prSet/>
      <dgm:spPr/>
    </dgm:pt>
    <dgm:pt modelId="{5BF250FD-52A3-477D-86ED-08D34C659C7A}" type="sibTrans" cxnId="{C40EE44E-1F58-44E3-9530-6C9C6585389C}">
      <dgm:prSet/>
      <dgm:spPr/>
    </dgm:pt>
    <dgm:pt modelId="{0663C849-50F5-4D1C-B6A8-0F9F3C843720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2000" b="1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Successful</a:t>
          </a:r>
        </a:p>
      </dgm:t>
    </dgm:pt>
    <dgm:pt modelId="{5013F4A5-1B9A-4451-8D41-3ABB0F3AFAE1}" type="parTrans" cxnId="{CE6D5B71-2C48-42C8-BA53-45C6429233B9}">
      <dgm:prSet/>
      <dgm:spPr/>
    </dgm:pt>
    <dgm:pt modelId="{9BABB39B-07AA-4F3C-872B-116F57504A94}" type="sibTrans" cxnId="{CE6D5B71-2C48-42C8-BA53-45C6429233B9}">
      <dgm:prSet/>
      <dgm:spPr/>
    </dgm:pt>
    <dgm:pt modelId="{EFDB6FB7-FA7E-4EC2-9D92-D0651B7BE5A5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1600" dirty="0" err="1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The</a:t>
          </a:r>
          <a:r>
            <a:rPr lang="es-ES" sz="1600" dirty="0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 Project </a:t>
          </a:r>
          <a:r>
            <a:rPr lang="es-ES" sz="1600" dirty="0" err="1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itself</a:t>
          </a:r>
          <a:endParaRPr lang="es-ES" sz="1600" dirty="0">
            <a:solidFill>
              <a:schemeClr val="bg2">
                <a:lumMod val="25000"/>
              </a:schemeClr>
            </a:solidFill>
            <a:latin typeface="Aptos"/>
            <a:ea typeface="+mn-ea"/>
            <a:cs typeface="+mn-cs"/>
          </a:endParaRPr>
        </a:p>
      </dgm:t>
    </dgm:pt>
    <dgm:pt modelId="{A473555C-38E7-4AFB-B2E7-4EA199C57598}" type="parTrans" cxnId="{B62A2625-12BC-4D9B-8B5F-32C8B6BE40ED}">
      <dgm:prSet/>
      <dgm:spPr/>
    </dgm:pt>
    <dgm:pt modelId="{8D7DF5D3-ED62-42E6-ACF6-0E6242126B49}" type="sibTrans" cxnId="{B62A2625-12BC-4D9B-8B5F-32C8B6BE40ED}">
      <dgm:prSet/>
      <dgm:spPr/>
    </dgm:pt>
    <dgm:pt modelId="{EE8B577A-25BA-462E-87B2-67ED2F013DA8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1600" dirty="0" err="1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The</a:t>
          </a:r>
          <a:r>
            <a:rPr lang="es-ES" sz="1600" dirty="0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 </a:t>
          </a:r>
          <a:r>
            <a:rPr lang="es-ES" sz="1600" dirty="0" err="1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Visuals</a:t>
          </a:r>
          <a:endParaRPr lang="es-ES" sz="1600" dirty="0">
            <a:solidFill>
              <a:schemeClr val="bg2">
                <a:lumMod val="25000"/>
              </a:schemeClr>
            </a:solidFill>
            <a:latin typeface="Aptos"/>
            <a:ea typeface="+mn-ea"/>
            <a:cs typeface="+mn-cs"/>
          </a:endParaRPr>
        </a:p>
      </dgm:t>
    </dgm:pt>
    <dgm:pt modelId="{1164528F-DD1B-43FB-8D7E-F55CDA5CF87F}" type="parTrans" cxnId="{14BC93AB-BC91-4AC6-9B3E-C2DC04F91C10}">
      <dgm:prSet/>
      <dgm:spPr/>
    </dgm:pt>
    <dgm:pt modelId="{A6FC6D44-BA45-41B2-BA2B-B8604465D03B}" type="sibTrans" cxnId="{14BC93AB-BC91-4AC6-9B3E-C2DC04F91C10}">
      <dgm:prSet/>
      <dgm:spPr/>
    </dgm:pt>
    <dgm:pt modelId="{007F6291-2240-4F33-BDDD-FFFA90147FB3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s-ES" sz="1600" dirty="0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Teamwork</a:t>
          </a:r>
        </a:p>
      </dgm:t>
    </dgm:pt>
    <dgm:pt modelId="{C40FA506-A9D1-4E9E-9885-55B1513DEDFE}" type="parTrans" cxnId="{8F136D52-0F95-4168-A3BF-B005039527CA}">
      <dgm:prSet/>
      <dgm:spPr/>
    </dgm:pt>
    <dgm:pt modelId="{005A8DCF-9B48-40F8-9CED-7690464C1D2A}" type="sibTrans" cxnId="{8F136D52-0F95-4168-A3BF-B005039527CA}">
      <dgm:prSet/>
      <dgm:spPr/>
    </dgm:pt>
    <dgm:pt modelId="{46C3884E-F13E-41D5-8D7E-053C49A7A45D}" type="pres">
      <dgm:prSet presAssocID="{21181886-386F-4698-95C5-EDAF85B38CB9}" presName="Name0" presStyleCnt="0">
        <dgm:presLayoutVars>
          <dgm:dir/>
          <dgm:resizeHandles val="exact"/>
        </dgm:presLayoutVars>
      </dgm:prSet>
      <dgm:spPr/>
    </dgm:pt>
    <dgm:pt modelId="{2F448997-FAA4-46D6-B7C3-2192B3F0FA02}" type="pres">
      <dgm:prSet presAssocID="{46C0CA85-3EBC-4D39-A463-D55D4DD34846}" presName="Name5" presStyleLbl="vennNode1" presStyleIdx="0" presStyleCnt="3">
        <dgm:presLayoutVars>
          <dgm:bulletEnabled val="1"/>
        </dgm:presLayoutVars>
      </dgm:prSet>
      <dgm:spPr>
        <a:solidFill>
          <a:schemeClr val="accent6">
            <a:lumMod val="60000"/>
            <a:lumOff val="40000"/>
          </a:schemeClr>
        </a:solidFill>
      </dgm:spPr>
    </dgm:pt>
    <dgm:pt modelId="{E5F1DD82-95A9-4681-991C-2C6811E11BF2}" type="pres">
      <dgm:prSet presAssocID="{906D9136-0935-4595-984D-094715F71EAA}" presName="space" presStyleCnt="0"/>
      <dgm:spPr/>
    </dgm:pt>
    <dgm:pt modelId="{E6A8012C-9DB9-49D0-9C61-97C29609F12C}" type="pres">
      <dgm:prSet presAssocID="{5509E376-6C21-41F6-BE2A-41C46F789275}" presName="Name5" presStyleLbl="vennNode1" presStyleIdx="1" presStyleCnt="3">
        <dgm:presLayoutVars>
          <dgm:bulletEnabled val="1"/>
        </dgm:presLayoutVars>
      </dgm:prSet>
      <dgm:spPr>
        <a:solidFill>
          <a:schemeClr val="accent6">
            <a:lumMod val="40000"/>
            <a:lumOff val="60000"/>
          </a:schemeClr>
        </a:solidFill>
      </dgm:spPr>
    </dgm:pt>
    <dgm:pt modelId="{E69F7C2C-00AF-44B1-B164-25B9D38A8A2D}" type="pres">
      <dgm:prSet presAssocID="{C5741CC3-0952-4BED-BB47-50CF2C741A2B}" presName="space" presStyleCnt="0"/>
      <dgm:spPr/>
    </dgm:pt>
    <dgm:pt modelId="{D6824F73-B9DD-473C-ABF1-E545AC8ED45B}" type="pres">
      <dgm:prSet presAssocID="{0663C849-50F5-4D1C-B6A8-0F9F3C843720}" presName="Name5" presStyleLbl="vennNode1" presStyleIdx="2" presStyleCnt="3">
        <dgm:presLayoutVars>
          <dgm:bulletEnabled val="1"/>
        </dgm:presLayoutVars>
      </dgm:prSet>
      <dgm:spPr>
        <a:solidFill>
          <a:schemeClr val="accent6">
            <a:lumMod val="20000"/>
            <a:lumOff val="80000"/>
          </a:schemeClr>
        </a:solidFill>
      </dgm:spPr>
    </dgm:pt>
  </dgm:ptLst>
  <dgm:cxnLst>
    <dgm:cxn modelId="{7A253401-4EA6-4362-A0D5-669C4A6914FD}" type="presOf" srcId="{84FF2B53-6BA2-400D-BA49-D7544659EDAC}" destId="{2F448997-FAA4-46D6-B7C3-2192B3F0FA02}" srcOrd="0" destOrd="1" presId="urn:microsoft.com/office/officeart/2005/8/layout/venn3"/>
    <dgm:cxn modelId="{CE354415-0AE2-41E6-9C34-4758AB7512A9}" type="presOf" srcId="{299FF948-0E2E-4DBD-9928-46EB574B7AA1}" destId="{2F448997-FAA4-46D6-B7C3-2192B3F0FA02}" srcOrd="0" destOrd="2" presId="urn:microsoft.com/office/officeart/2005/8/layout/venn3"/>
    <dgm:cxn modelId="{04913916-94D0-41B0-BE9A-0CAB3AB41F44}" type="presOf" srcId="{21181886-386F-4698-95C5-EDAF85B38CB9}" destId="{46C3884E-F13E-41D5-8D7E-053C49A7A45D}" srcOrd="0" destOrd="0" presId="urn:microsoft.com/office/officeart/2005/8/layout/venn3"/>
    <dgm:cxn modelId="{A76D3117-D83E-471D-9129-2D5FE3F521B7}" srcId="{21181886-386F-4698-95C5-EDAF85B38CB9}" destId="{46C0CA85-3EBC-4D39-A463-D55D4DD34846}" srcOrd="0" destOrd="0" parTransId="{D67CCDFA-7E44-4AB6-9299-3C35BE4D7606}" sibTransId="{906D9136-0935-4595-984D-094715F71EAA}"/>
    <dgm:cxn modelId="{5431041C-91E9-476C-9DC8-EFAD5E57F8A4}" type="presOf" srcId="{0663C849-50F5-4D1C-B6A8-0F9F3C843720}" destId="{D6824F73-B9DD-473C-ABF1-E545AC8ED45B}" srcOrd="0" destOrd="0" presId="urn:microsoft.com/office/officeart/2005/8/layout/venn3"/>
    <dgm:cxn modelId="{D1559820-B03B-457C-AFFA-49157DB56433}" srcId="{46C0CA85-3EBC-4D39-A463-D55D4DD34846}" destId="{DDCCD084-05EE-469F-8790-10CC788A1FCA}" srcOrd="2" destOrd="0" parTransId="{31A7A4DC-40FC-4B16-800B-95DEBEF42334}" sibTransId="{5AEFD6CD-D37C-4374-AD05-06EA5C002C34}"/>
    <dgm:cxn modelId="{B62A2625-12BC-4D9B-8B5F-32C8B6BE40ED}" srcId="{0663C849-50F5-4D1C-B6A8-0F9F3C843720}" destId="{EFDB6FB7-FA7E-4EC2-9D92-D0651B7BE5A5}" srcOrd="0" destOrd="0" parTransId="{A473555C-38E7-4AFB-B2E7-4EA199C57598}" sibTransId="{8D7DF5D3-ED62-42E6-ACF6-0E6242126B49}"/>
    <dgm:cxn modelId="{2BB7E027-A106-45D3-83CD-9E2E4580253D}" srcId="{21181886-386F-4698-95C5-EDAF85B38CB9}" destId="{5509E376-6C21-41F6-BE2A-41C46F789275}" srcOrd="1" destOrd="0" parTransId="{53D6047E-69C7-4F23-8829-EFF144F66F3F}" sibTransId="{C5741CC3-0952-4BED-BB47-50CF2C741A2B}"/>
    <dgm:cxn modelId="{FC447B65-AF2A-4B35-86B6-91A74C4A7424}" type="presOf" srcId="{5DFA767E-E3A3-4C1E-9149-6D6149D4CF43}" destId="{E6A8012C-9DB9-49D0-9C61-97C29609F12C}" srcOrd="0" destOrd="3" presId="urn:microsoft.com/office/officeart/2005/8/layout/venn3"/>
    <dgm:cxn modelId="{6799FB4D-DA1C-4B5B-A2A1-1FEEC3319A3B}" type="presOf" srcId="{5509E376-6C21-41F6-BE2A-41C46F789275}" destId="{E6A8012C-9DB9-49D0-9C61-97C29609F12C}" srcOrd="0" destOrd="0" presId="urn:microsoft.com/office/officeart/2005/8/layout/venn3"/>
    <dgm:cxn modelId="{C40EE44E-1F58-44E3-9530-6C9C6585389C}" srcId="{5509E376-6C21-41F6-BE2A-41C46F789275}" destId="{34F781BC-F052-432B-A3F6-43CEA1FCC14A}" srcOrd="0" destOrd="0" parTransId="{CDCF35DD-1B0E-4960-A1FE-1857FCD2C717}" sibTransId="{5BF250FD-52A3-477D-86ED-08D34C659C7A}"/>
    <dgm:cxn modelId="{C9E9036F-B7C4-4AB2-8F20-CD4C567A9718}" srcId="{46C0CA85-3EBC-4D39-A463-D55D4DD34846}" destId="{80206D80-7543-470A-9820-2F953A2E2C83}" srcOrd="3" destOrd="0" parTransId="{02389091-424B-44D6-90FC-64D8922C0AD5}" sibTransId="{AAC85D02-EE42-4F38-81BE-8D71F88B49AF}"/>
    <dgm:cxn modelId="{CE6D5B71-2C48-42C8-BA53-45C6429233B9}" srcId="{21181886-386F-4698-95C5-EDAF85B38CB9}" destId="{0663C849-50F5-4D1C-B6A8-0F9F3C843720}" srcOrd="2" destOrd="0" parTransId="{5013F4A5-1B9A-4451-8D41-3ABB0F3AFAE1}" sibTransId="{9BABB39B-07AA-4F3C-872B-116F57504A94}"/>
    <dgm:cxn modelId="{54FB1352-29F0-4C33-ABA9-A5CB721423BB}" type="presOf" srcId="{80206D80-7543-470A-9820-2F953A2E2C83}" destId="{2F448997-FAA4-46D6-B7C3-2192B3F0FA02}" srcOrd="0" destOrd="4" presId="urn:microsoft.com/office/officeart/2005/8/layout/venn3"/>
    <dgm:cxn modelId="{8F136D52-0F95-4168-A3BF-B005039527CA}" srcId="{0663C849-50F5-4D1C-B6A8-0F9F3C843720}" destId="{007F6291-2240-4F33-BDDD-FFFA90147FB3}" srcOrd="2" destOrd="0" parTransId="{C40FA506-A9D1-4E9E-9885-55B1513DEDFE}" sibTransId="{005A8DCF-9B48-40F8-9CED-7690464C1D2A}"/>
    <dgm:cxn modelId="{47FC3D53-9F29-4D9F-9F02-38AACC203796}" type="presOf" srcId="{E6C2F72E-D224-41BA-B338-7DAFCD020128}" destId="{E6A8012C-9DB9-49D0-9C61-97C29609F12C}" srcOrd="0" destOrd="2" presId="urn:microsoft.com/office/officeart/2005/8/layout/venn3"/>
    <dgm:cxn modelId="{017CE653-BB24-4067-AF53-CA1ABF3D2867}" type="presOf" srcId="{EFDB6FB7-FA7E-4EC2-9D92-D0651B7BE5A5}" destId="{D6824F73-B9DD-473C-ABF1-E545AC8ED45B}" srcOrd="0" destOrd="1" presId="urn:microsoft.com/office/officeart/2005/8/layout/venn3"/>
    <dgm:cxn modelId="{460C1F82-0593-4033-BA51-E5E7BB7EB418}" srcId="{46C0CA85-3EBC-4D39-A463-D55D4DD34846}" destId="{84FF2B53-6BA2-400D-BA49-D7544659EDAC}" srcOrd="0" destOrd="0" parTransId="{51DCBB2D-7A8E-435E-B8E2-5F3207C515BA}" sibTransId="{05706BA6-E078-417C-A2B6-D3139AE1AE3F}"/>
    <dgm:cxn modelId="{E1854285-8B79-43A4-A9C6-D9CCF8AE663A}" srcId="{46C0CA85-3EBC-4D39-A463-D55D4DD34846}" destId="{299FF948-0E2E-4DBD-9928-46EB574B7AA1}" srcOrd="1" destOrd="0" parTransId="{753FC4A1-00CA-4DA9-9528-D3FF635BA1C2}" sibTransId="{76E183DF-8E18-4B77-8275-B02333B3A12F}"/>
    <dgm:cxn modelId="{3695FB95-AFFA-49B2-AE19-956E7E4DD5CD}" srcId="{5509E376-6C21-41F6-BE2A-41C46F789275}" destId="{5DFA767E-E3A3-4C1E-9149-6D6149D4CF43}" srcOrd="2" destOrd="0" parTransId="{CE4526F0-5564-4AB3-ABA9-ED3A5E9FB78A}" sibTransId="{04A1344B-8B7C-4ED8-BF93-EB5E63878880}"/>
    <dgm:cxn modelId="{14BC93AB-BC91-4AC6-9B3E-C2DC04F91C10}" srcId="{0663C849-50F5-4D1C-B6A8-0F9F3C843720}" destId="{EE8B577A-25BA-462E-87B2-67ED2F013DA8}" srcOrd="1" destOrd="0" parTransId="{1164528F-DD1B-43FB-8D7E-F55CDA5CF87F}" sibTransId="{A6FC6D44-BA45-41B2-BA2B-B8604465D03B}"/>
    <dgm:cxn modelId="{3A4189AE-12D9-4145-9D49-FC8F725AF335}" type="presOf" srcId="{34F781BC-F052-432B-A3F6-43CEA1FCC14A}" destId="{E6A8012C-9DB9-49D0-9C61-97C29609F12C}" srcOrd="0" destOrd="1" presId="urn:microsoft.com/office/officeart/2005/8/layout/venn3"/>
    <dgm:cxn modelId="{F90748AF-9BC5-4692-934C-E5A0D327348F}" type="presOf" srcId="{EE8B577A-25BA-462E-87B2-67ED2F013DA8}" destId="{D6824F73-B9DD-473C-ABF1-E545AC8ED45B}" srcOrd="0" destOrd="2" presId="urn:microsoft.com/office/officeart/2005/8/layout/venn3"/>
    <dgm:cxn modelId="{3890E0D3-E859-4183-AE2E-A80437E909F9}" srcId="{5509E376-6C21-41F6-BE2A-41C46F789275}" destId="{E6C2F72E-D224-41BA-B338-7DAFCD020128}" srcOrd="1" destOrd="0" parTransId="{DAAD9556-B6C6-40F9-8ABE-02D8AC3CBE08}" sibTransId="{204F26AD-CC4C-47BA-B723-F0DB999B41B3}"/>
    <dgm:cxn modelId="{2342C4D6-AFE2-4A18-8E19-7FC93FFA476C}" type="presOf" srcId="{DDCCD084-05EE-469F-8790-10CC788A1FCA}" destId="{2F448997-FAA4-46D6-B7C3-2192B3F0FA02}" srcOrd="0" destOrd="3" presId="urn:microsoft.com/office/officeart/2005/8/layout/venn3"/>
    <dgm:cxn modelId="{3082DAD9-62EF-421D-9873-FD4ACA808A26}" type="presOf" srcId="{007F6291-2240-4F33-BDDD-FFFA90147FB3}" destId="{D6824F73-B9DD-473C-ABF1-E545AC8ED45B}" srcOrd="0" destOrd="3" presId="urn:microsoft.com/office/officeart/2005/8/layout/venn3"/>
    <dgm:cxn modelId="{D8467AF1-9816-4F7C-A1C0-A6D5F8C61109}" type="presOf" srcId="{46C0CA85-3EBC-4D39-A463-D55D4DD34846}" destId="{2F448997-FAA4-46D6-B7C3-2192B3F0FA02}" srcOrd="0" destOrd="0" presId="urn:microsoft.com/office/officeart/2005/8/layout/venn3"/>
    <dgm:cxn modelId="{A8C475B9-F458-43B2-9526-43EEBB6B7984}" type="presParOf" srcId="{46C3884E-F13E-41D5-8D7E-053C49A7A45D}" destId="{2F448997-FAA4-46D6-B7C3-2192B3F0FA02}" srcOrd="0" destOrd="0" presId="urn:microsoft.com/office/officeart/2005/8/layout/venn3"/>
    <dgm:cxn modelId="{F4D70E8E-802D-4EAA-9FD4-F0D1E499E47F}" type="presParOf" srcId="{46C3884E-F13E-41D5-8D7E-053C49A7A45D}" destId="{E5F1DD82-95A9-4681-991C-2C6811E11BF2}" srcOrd="1" destOrd="0" presId="urn:microsoft.com/office/officeart/2005/8/layout/venn3"/>
    <dgm:cxn modelId="{8070EB38-5688-4CD3-8802-FE2863EEC2C5}" type="presParOf" srcId="{46C3884E-F13E-41D5-8D7E-053C49A7A45D}" destId="{E6A8012C-9DB9-49D0-9C61-97C29609F12C}" srcOrd="2" destOrd="0" presId="urn:microsoft.com/office/officeart/2005/8/layout/venn3"/>
    <dgm:cxn modelId="{FC9FB256-6BC3-46A0-80AB-864DFB9BAE0C}" type="presParOf" srcId="{46C3884E-F13E-41D5-8D7E-053C49A7A45D}" destId="{E69F7C2C-00AF-44B1-B164-25B9D38A8A2D}" srcOrd="3" destOrd="0" presId="urn:microsoft.com/office/officeart/2005/8/layout/venn3"/>
    <dgm:cxn modelId="{563E3129-C06B-4941-84B4-A64E104042CC}" type="presParOf" srcId="{46C3884E-F13E-41D5-8D7E-053C49A7A45D}" destId="{D6824F73-B9DD-473C-ABF1-E545AC8ED45B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62239-F3BE-404C-A5DE-5522B64E6629}">
      <dsp:nvSpPr>
        <dsp:cNvPr id="0" name=""/>
        <dsp:cNvSpPr/>
      </dsp:nvSpPr>
      <dsp:spPr>
        <a:xfrm>
          <a:off x="0" y="3399"/>
          <a:ext cx="3933929" cy="72408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A9642-B4C3-4971-9BDD-D69FB9CB96EF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6330B-C9EC-49A1-8B69-07909F6521D4}">
      <dsp:nvSpPr>
        <dsp:cNvPr id="0" name=""/>
        <dsp:cNvSpPr/>
      </dsp:nvSpPr>
      <dsp:spPr>
        <a:xfrm>
          <a:off x="836323" y="3399"/>
          <a:ext cx="3097605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900" kern="1200"/>
            <a:t>Open communication</a:t>
          </a:r>
          <a:endParaRPr lang="en-US" sz="1900" kern="1200"/>
        </a:p>
      </dsp:txBody>
      <dsp:txXfrm>
        <a:off x="836323" y="3399"/>
        <a:ext cx="3097605" cy="724089"/>
      </dsp:txXfrm>
    </dsp:sp>
    <dsp:sp modelId="{0952CBA2-FFE1-4D1D-BC88-E6885AF70D72}">
      <dsp:nvSpPr>
        <dsp:cNvPr id="0" name=""/>
        <dsp:cNvSpPr/>
      </dsp:nvSpPr>
      <dsp:spPr>
        <a:xfrm>
          <a:off x="0" y="908511"/>
          <a:ext cx="3933929" cy="72408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93E1BB-A060-41B1-BC4C-92443201DD87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4F22B-A42C-41A1-B7DA-908E2C3110A0}">
      <dsp:nvSpPr>
        <dsp:cNvPr id="0" name=""/>
        <dsp:cNvSpPr/>
      </dsp:nvSpPr>
      <dsp:spPr>
        <a:xfrm>
          <a:off x="836323" y="908511"/>
          <a:ext cx="3097605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900" kern="1200"/>
            <a:t>Feedback</a:t>
          </a:r>
          <a:endParaRPr lang="en-US" sz="1900" kern="1200"/>
        </a:p>
      </dsp:txBody>
      <dsp:txXfrm>
        <a:off x="836323" y="908511"/>
        <a:ext cx="3097605" cy="724089"/>
      </dsp:txXfrm>
    </dsp:sp>
    <dsp:sp modelId="{14CF2FD0-5059-4E88-AA04-A74F08B3398D}">
      <dsp:nvSpPr>
        <dsp:cNvPr id="0" name=""/>
        <dsp:cNvSpPr/>
      </dsp:nvSpPr>
      <dsp:spPr>
        <a:xfrm>
          <a:off x="0" y="1813624"/>
          <a:ext cx="3933929" cy="72408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27AA4-42D1-4DAB-9544-DA6F83D9FF2D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E78D3-9EE0-4FB5-BAD7-6CDB228EDD15}">
      <dsp:nvSpPr>
        <dsp:cNvPr id="0" name=""/>
        <dsp:cNvSpPr/>
      </dsp:nvSpPr>
      <dsp:spPr>
        <a:xfrm>
          <a:off x="836323" y="1813624"/>
          <a:ext cx="3097605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900" kern="1200"/>
            <a:t>Clear rules</a:t>
          </a:r>
          <a:endParaRPr lang="en-US" sz="1900" kern="1200"/>
        </a:p>
      </dsp:txBody>
      <dsp:txXfrm>
        <a:off x="836323" y="1813624"/>
        <a:ext cx="3097605" cy="724089"/>
      </dsp:txXfrm>
    </dsp:sp>
    <dsp:sp modelId="{5598E117-2E37-4734-A889-88A5C73B5C66}">
      <dsp:nvSpPr>
        <dsp:cNvPr id="0" name=""/>
        <dsp:cNvSpPr/>
      </dsp:nvSpPr>
      <dsp:spPr>
        <a:xfrm>
          <a:off x="0" y="2718736"/>
          <a:ext cx="3933929" cy="72408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D0F75E-175D-4BED-AD14-60FD31A4ACA7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B0DD2-6E1A-4A17-971E-BE8261DBC320}">
      <dsp:nvSpPr>
        <dsp:cNvPr id="0" name=""/>
        <dsp:cNvSpPr/>
      </dsp:nvSpPr>
      <dsp:spPr>
        <a:xfrm>
          <a:off x="836323" y="2718736"/>
          <a:ext cx="3097605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900" kern="1200"/>
            <a:t>Collaboration</a:t>
          </a:r>
          <a:endParaRPr lang="en-US" sz="1900" kern="1200"/>
        </a:p>
      </dsp:txBody>
      <dsp:txXfrm>
        <a:off x="836323" y="2718736"/>
        <a:ext cx="3097605" cy="724089"/>
      </dsp:txXfrm>
    </dsp:sp>
    <dsp:sp modelId="{75E7F51D-87AD-4F07-A338-A75E4D3D8ADE}">
      <dsp:nvSpPr>
        <dsp:cNvPr id="0" name=""/>
        <dsp:cNvSpPr/>
      </dsp:nvSpPr>
      <dsp:spPr>
        <a:xfrm>
          <a:off x="0" y="3623848"/>
          <a:ext cx="3933929" cy="724089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76BB15-4727-41B3-B8A3-0200C5B896F0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8DED2-603E-4F4A-8C83-FEB1DDBC6C47}">
      <dsp:nvSpPr>
        <dsp:cNvPr id="0" name=""/>
        <dsp:cNvSpPr/>
      </dsp:nvSpPr>
      <dsp:spPr>
        <a:xfrm>
          <a:off x="836323" y="3623848"/>
          <a:ext cx="3097605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900" kern="1200"/>
            <a:t>Trust </a:t>
          </a:r>
          <a:endParaRPr lang="en-US" sz="1900" kern="1200"/>
        </a:p>
      </dsp:txBody>
      <dsp:txXfrm>
        <a:off x="836323" y="3623848"/>
        <a:ext cx="3097605" cy="724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7485FE-1E32-4326-84AE-708867FF5F1D}">
      <dsp:nvSpPr>
        <dsp:cNvPr id="0" name=""/>
        <dsp:cNvSpPr/>
      </dsp:nvSpPr>
      <dsp:spPr>
        <a:xfrm>
          <a:off x="0" y="388865"/>
          <a:ext cx="529166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0F42AF-4C12-45E8-A2BA-C7FE46973FDD}">
      <dsp:nvSpPr>
        <dsp:cNvPr id="0" name=""/>
        <dsp:cNvSpPr/>
      </dsp:nvSpPr>
      <dsp:spPr>
        <a:xfrm>
          <a:off x="264583" y="93665"/>
          <a:ext cx="3704164" cy="5904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009" tIns="0" rIns="1400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000" kern="1200"/>
            <a:t>Scrum Master</a:t>
          </a:r>
          <a:endParaRPr lang="en-US" sz="2000" kern="1200"/>
        </a:p>
      </dsp:txBody>
      <dsp:txXfrm>
        <a:off x="293404" y="122486"/>
        <a:ext cx="3646522" cy="532758"/>
      </dsp:txXfrm>
    </dsp:sp>
    <dsp:sp modelId="{2C1D36D3-0E3E-442E-B332-5B339856E198}">
      <dsp:nvSpPr>
        <dsp:cNvPr id="0" name=""/>
        <dsp:cNvSpPr/>
      </dsp:nvSpPr>
      <dsp:spPr>
        <a:xfrm>
          <a:off x="0" y="1296065"/>
          <a:ext cx="529166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95567"/>
              <a:satOff val="-7141"/>
              <a:lumOff val="786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BF63EB5-6446-4EB6-B1D8-069CB5FBF36D}">
      <dsp:nvSpPr>
        <dsp:cNvPr id="0" name=""/>
        <dsp:cNvSpPr/>
      </dsp:nvSpPr>
      <dsp:spPr>
        <a:xfrm>
          <a:off x="264583" y="1000865"/>
          <a:ext cx="3704164" cy="5904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95567"/>
                <a:satOff val="-7141"/>
                <a:lumOff val="786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95567"/>
                <a:satOff val="-7141"/>
                <a:lumOff val="786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95567"/>
                <a:satOff val="-7141"/>
                <a:lumOff val="786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009" tIns="0" rIns="1400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000" kern="1200"/>
            <a:t>Frontend</a:t>
          </a:r>
          <a:endParaRPr lang="en-US" sz="2000" kern="1200"/>
        </a:p>
      </dsp:txBody>
      <dsp:txXfrm>
        <a:off x="293404" y="1029686"/>
        <a:ext cx="3646522" cy="532758"/>
      </dsp:txXfrm>
    </dsp:sp>
    <dsp:sp modelId="{6F7623E1-A64B-413E-B52C-999DA99C553C}">
      <dsp:nvSpPr>
        <dsp:cNvPr id="0" name=""/>
        <dsp:cNvSpPr/>
      </dsp:nvSpPr>
      <dsp:spPr>
        <a:xfrm>
          <a:off x="0" y="2203266"/>
          <a:ext cx="529166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191133"/>
              <a:satOff val="-14282"/>
              <a:lumOff val="157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5501A03-2559-4995-8EC9-C0DFCDD91CA8}">
      <dsp:nvSpPr>
        <dsp:cNvPr id="0" name=""/>
        <dsp:cNvSpPr/>
      </dsp:nvSpPr>
      <dsp:spPr>
        <a:xfrm>
          <a:off x="264583" y="1908066"/>
          <a:ext cx="3704164" cy="5904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191133"/>
                <a:satOff val="-14282"/>
                <a:lumOff val="157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191133"/>
                <a:satOff val="-14282"/>
                <a:lumOff val="157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191133"/>
                <a:satOff val="-14282"/>
                <a:lumOff val="157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009" tIns="0" rIns="1400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000" kern="1200"/>
            <a:t>Backend</a:t>
          </a:r>
          <a:endParaRPr lang="en-US" sz="2000" kern="1200"/>
        </a:p>
      </dsp:txBody>
      <dsp:txXfrm>
        <a:off x="293404" y="1936887"/>
        <a:ext cx="3646522" cy="532758"/>
      </dsp:txXfrm>
    </dsp:sp>
    <dsp:sp modelId="{5E469A45-004D-46A9-B39C-C62E19644D82}">
      <dsp:nvSpPr>
        <dsp:cNvPr id="0" name=""/>
        <dsp:cNvSpPr/>
      </dsp:nvSpPr>
      <dsp:spPr>
        <a:xfrm>
          <a:off x="0" y="3110466"/>
          <a:ext cx="529166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286700"/>
              <a:satOff val="-21424"/>
              <a:lumOff val="2359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5ACE7E9-BE76-45B7-960A-5AE7C36F7734}">
      <dsp:nvSpPr>
        <dsp:cNvPr id="0" name=""/>
        <dsp:cNvSpPr/>
      </dsp:nvSpPr>
      <dsp:spPr>
        <a:xfrm>
          <a:off x="264583" y="2815265"/>
          <a:ext cx="3704164" cy="5904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286700"/>
                <a:satOff val="-21424"/>
                <a:lumOff val="235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286700"/>
                <a:satOff val="-21424"/>
                <a:lumOff val="235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286700"/>
                <a:satOff val="-21424"/>
                <a:lumOff val="235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009" tIns="0" rIns="1400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000" kern="1200"/>
            <a:t>Database</a:t>
          </a:r>
          <a:endParaRPr lang="en-US" sz="2000" kern="1200"/>
        </a:p>
      </dsp:txBody>
      <dsp:txXfrm>
        <a:off x="293404" y="2844086"/>
        <a:ext cx="3646522" cy="532758"/>
      </dsp:txXfrm>
    </dsp:sp>
    <dsp:sp modelId="{D3353E67-FE6C-45CA-B919-F58891E5B298}">
      <dsp:nvSpPr>
        <dsp:cNvPr id="0" name=""/>
        <dsp:cNvSpPr/>
      </dsp:nvSpPr>
      <dsp:spPr>
        <a:xfrm>
          <a:off x="0" y="4017666"/>
          <a:ext cx="529166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382266"/>
              <a:satOff val="-28565"/>
              <a:lumOff val="314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124A201-164F-4A67-A506-DC4AFA264E34}">
      <dsp:nvSpPr>
        <dsp:cNvPr id="0" name=""/>
        <dsp:cNvSpPr/>
      </dsp:nvSpPr>
      <dsp:spPr>
        <a:xfrm>
          <a:off x="264583" y="3722466"/>
          <a:ext cx="3704164" cy="5904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382266"/>
                <a:satOff val="-28565"/>
                <a:lumOff val="314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382266"/>
                <a:satOff val="-28565"/>
                <a:lumOff val="314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382266"/>
                <a:satOff val="-28565"/>
                <a:lumOff val="314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009" tIns="0" rIns="1400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000" kern="1200"/>
            <a:t>Full-Stack</a:t>
          </a:r>
          <a:endParaRPr lang="en-US" sz="2000" kern="1200"/>
        </a:p>
      </dsp:txBody>
      <dsp:txXfrm>
        <a:off x="293404" y="3751287"/>
        <a:ext cx="3646522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48997-FAA4-46D6-B7C3-2192B3F0FA02}">
      <dsp:nvSpPr>
        <dsp:cNvPr id="0" name=""/>
        <dsp:cNvSpPr/>
      </dsp:nvSpPr>
      <dsp:spPr>
        <a:xfrm>
          <a:off x="3843" y="148271"/>
          <a:ext cx="3361056" cy="3361056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84970" tIns="36830" rIns="184970" bIns="36830" numCol="1" spcCol="1270" anchor="ctr" anchorCtr="1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1" kern="12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New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Docker 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Backlog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 err="1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Tests</a:t>
          </a:r>
          <a:endParaRPr lang="es-ES" sz="2300" kern="1200" dirty="0">
            <a:solidFill>
              <a:schemeClr val="bg2">
                <a:lumMod val="25000"/>
              </a:schemeClr>
            </a:solidFill>
            <a:latin typeface="Aptos" panose="020B0004020202020204"/>
            <a:ea typeface="+mn-ea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Swagger</a:t>
          </a:r>
        </a:p>
      </dsp:txBody>
      <dsp:txXfrm>
        <a:off x="496058" y="640486"/>
        <a:ext cx="2376626" cy="2376626"/>
      </dsp:txXfrm>
    </dsp:sp>
    <dsp:sp modelId="{E6A8012C-9DB9-49D0-9C61-97C29609F12C}">
      <dsp:nvSpPr>
        <dsp:cNvPr id="0" name=""/>
        <dsp:cNvSpPr/>
      </dsp:nvSpPr>
      <dsp:spPr>
        <a:xfrm>
          <a:off x="2692688" y="148271"/>
          <a:ext cx="3361056" cy="3361056"/>
        </a:xfrm>
        <a:prstGeom prst="ellipse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84970" tIns="36830" rIns="184970" bIns="36830" numCol="1" spcCol="1270" anchor="ctr" anchorCtr="1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1" kern="12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Challenging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 err="1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Tests</a:t>
          </a:r>
          <a:endParaRPr lang="es-ES" sz="2300" kern="1200" dirty="0">
            <a:solidFill>
              <a:schemeClr val="bg2">
                <a:lumMod val="25000"/>
              </a:schemeClr>
            </a:solidFill>
            <a:latin typeface="Aptos" panose="020B0004020202020204"/>
            <a:ea typeface="+mn-ea"/>
            <a:cs typeface="+mn-cs"/>
          </a:endParaRP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 err="1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Merging</a:t>
          </a:r>
          <a:r>
            <a:rPr lang="es-ES" sz="2300" kern="12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s-ES" sz="2300" kern="1200" dirty="0" err="1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code</a:t>
          </a:r>
          <a:endParaRPr lang="es-ES" sz="2300" kern="1200" dirty="0">
            <a:solidFill>
              <a:schemeClr val="bg2">
                <a:lumMod val="25000"/>
              </a:schemeClr>
            </a:solidFill>
            <a:latin typeface="Aptos" panose="020B0004020202020204"/>
            <a:ea typeface="+mn-ea"/>
            <a:cs typeface="+mn-cs"/>
          </a:endParaRP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Resolving conflicts</a:t>
          </a:r>
        </a:p>
      </dsp:txBody>
      <dsp:txXfrm>
        <a:off x="3184903" y="640486"/>
        <a:ext cx="2376626" cy="2376626"/>
      </dsp:txXfrm>
    </dsp:sp>
    <dsp:sp modelId="{D6824F73-B9DD-473C-ABF1-E545AC8ED45B}">
      <dsp:nvSpPr>
        <dsp:cNvPr id="0" name=""/>
        <dsp:cNvSpPr/>
      </dsp:nvSpPr>
      <dsp:spPr>
        <a:xfrm>
          <a:off x="5381533" y="148271"/>
          <a:ext cx="3361056" cy="3361056"/>
        </a:xfrm>
        <a:prstGeom prst="ellipse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84970" tIns="36830" rIns="184970" bIns="36830" numCol="1" spcCol="1270" anchor="ctr" anchorCtr="1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1" kern="1200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+mn-ea"/>
              <a:cs typeface="+mn-cs"/>
            </a:rPr>
            <a:t>Successful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 err="1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The</a:t>
          </a:r>
          <a:r>
            <a:rPr lang="es-ES" sz="2300" kern="1200" dirty="0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 Project </a:t>
          </a:r>
          <a:r>
            <a:rPr lang="es-ES" sz="2300" kern="1200" dirty="0" err="1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itself</a:t>
          </a:r>
          <a:endParaRPr lang="es-ES" sz="2300" kern="1200" dirty="0">
            <a:solidFill>
              <a:schemeClr val="bg2">
                <a:lumMod val="25000"/>
              </a:schemeClr>
            </a:solidFill>
            <a:latin typeface="Aptos"/>
            <a:ea typeface="+mn-ea"/>
            <a:cs typeface="+mn-cs"/>
          </a:endParaRP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 err="1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The</a:t>
          </a:r>
          <a:r>
            <a:rPr lang="es-ES" sz="2300" kern="1200" dirty="0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 </a:t>
          </a:r>
          <a:r>
            <a:rPr lang="es-ES" sz="2300" kern="1200" dirty="0" err="1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Visuals</a:t>
          </a:r>
          <a:endParaRPr lang="es-ES" sz="2300" kern="1200" dirty="0">
            <a:solidFill>
              <a:schemeClr val="bg2">
                <a:lumMod val="25000"/>
              </a:schemeClr>
            </a:solidFill>
            <a:latin typeface="Aptos"/>
            <a:ea typeface="+mn-ea"/>
            <a:cs typeface="+mn-cs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>
              <a:solidFill>
                <a:schemeClr val="bg2">
                  <a:lumMod val="25000"/>
                </a:schemeClr>
              </a:solidFill>
              <a:latin typeface="Aptos"/>
              <a:ea typeface="+mn-ea"/>
              <a:cs typeface="+mn-cs"/>
            </a:rPr>
            <a:t>Teamwork</a:t>
          </a:r>
        </a:p>
      </dsp:txBody>
      <dsp:txXfrm>
        <a:off x="5873748" y="640486"/>
        <a:ext cx="2376626" cy="23766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2244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187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2577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6837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3436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3876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8361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2707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3998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1203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645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3452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in-production-cadb.up.railway.app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image" Target="../media/image19.jpeg"/><Relationship Id="rId18" Type="http://schemas.openxmlformats.org/officeDocument/2006/relationships/image" Target="../media/image24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8.jpeg"/><Relationship Id="rId17" Type="http://schemas.openxmlformats.org/officeDocument/2006/relationships/image" Target="../media/image23.jpeg"/><Relationship Id="rId2" Type="http://schemas.openxmlformats.org/officeDocument/2006/relationships/image" Target="../media/image13.jpeg"/><Relationship Id="rId16" Type="http://schemas.openxmlformats.org/officeDocument/2006/relationships/image" Target="../media/image22.jpeg"/><Relationship Id="rId20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7.jpeg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21.jpeg"/><Relationship Id="rId10" Type="http://schemas.openxmlformats.org/officeDocument/2006/relationships/image" Target="../media/image16.jpeg"/><Relationship Id="rId19" Type="http://schemas.openxmlformats.org/officeDocument/2006/relationships/image" Target="../media/image25.jpeg"/><Relationship Id="rId4" Type="http://schemas.openxmlformats.org/officeDocument/2006/relationships/diagramLayout" Target="../diagrams/layout3.xml"/><Relationship Id="rId9" Type="http://schemas.openxmlformats.org/officeDocument/2006/relationships/image" Target="../media/image15.jpeg"/><Relationship Id="rId1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524000" y="-363060"/>
            <a:ext cx="9144000" cy="2387600"/>
          </a:xfrm>
        </p:spPr>
        <p:txBody>
          <a:bodyPr>
            <a:normAutofit/>
          </a:bodyPr>
          <a:lstStyle/>
          <a:p>
            <a:r>
              <a:rPr lang="fi-FI" sz="7200" b="1" err="1"/>
              <a:t>Moovie</a:t>
            </a:r>
            <a:endParaRPr lang="fi-FI" sz="7200" b="1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" y="3182386"/>
            <a:ext cx="12059477" cy="264740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i-FI" sz="2000" b="1" dirty="0">
                <a:ea typeface="+mn-lt"/>
                <a:cs typeface="+mn-lt"/>
              </a:rPr>
              <a:t>Web Programming Application Project</a:t>
            </a:r>
          </a:p>
          <a:p>
            <a:r>
              <a:rPr lang="fi-FI" sz="2000" b="1" dirty="0"/>
              <a:t>Ryhmä 2 </a:t>
            </a:r>
          </a:p>
          <a:p>
            <a:endParaRPr lang="fi-FI" sz="2000" dirty="0"/>
          </a:p>
          <a:p>
            <a:pPr algn="r"/>
            <a:r>
              <a:rPr lang="fi-FI" sz="2000" b="1" dirty="0" err="1"/>
              <a:t>Pilar</a:t>
            </a:r>
            <a:r>
              <a:rPr lang="fi-FI" sz="2000" b="1" dirty="0"/>
              <a:t> </a:t>
            </a:r>
            <a:r>
              <a:rPr lang="fi-FI" sz="2000" b="1" dirty="0" err="1"/>
              <a:t>Murcia</a:t>
            </a:r>
            <a:r>
              <a:rPr lang="fi-FI" sz="2000" b="1" dirty="0"/>
              <a:t> </a:t>
            </a:r>
            <a:r>
              <a:rPr lang="fi-FI" sz="2000" b="1" dirty="0" err="1"/>
              <a:t>Pozuelo</a:t>
            </a:r>
            <a:endParaRPr lang="fi-FI" sz="2000" b="1" dirty="0"/>
          </a:p>
          <a:p>
            <a:pPr algn="r"/>
            <a:r>
              <a:rPr lang="fi-FI" sz="2000" b="1" dirty="0"/>
              <a:t>Yvonne </a:t>
            </a:r>
            <a:r>
              <a:rPr lang="fi-FI" sz="2000" b="1" dirty="0" err="1"/>
              <a:t>Frankort</a:t>
            </a:r>
            <a:endParaRPr lang="fi-FI" sz="2000" b="1" dirty="0"/>
          </a:p>
          <a:p>
            <a:pPr algn="r"/>
            <a:r>
              <a:rPr lang="fi-FI" sz="2000" b="1" dirty="0"/>
              <a:t>Markku Putaala</a:t>
            </a:r>
          </a:p>
          <a:p>
            <a:pPr algn="r"/>
            <a:r>
              <a:rPr lang="fi-FI" sz="2000" b="1" dirty="0"/>
              <a:t>Petteri Pätsi</a:t>
            </a:r>
          </a:p>
        </p:txBody>
      </p:sp>
    </p:spTree>
    <p:extLst>
      <p:ext uri="{BB962C8B-B14F-4D97-AF65-F5344CB8AC3E}">
        <p14:creationId xmlns:p14="http://schemas.microsoft.com/office/powerpoint/2010/main" val="782385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5A00603-74C8-C94A-4E53-565250559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771" y="113035"/>
            <a:ext cx="3975100" cy="908278"/>
          </a:xfrm>
        </p:spPr>
        <p:txBody>
          <a:bodyPr>
            <a:normAutofit/>
          </a:bodyPr>
          <a:lstStyle/>
          <a:p>
            <a:r>
              <a:rPr lang="fi-FI" sz="4000" b="1" err="1">
                <a:solidFill>
                  <a:srgbClr val="F097E4"/>
                </a:solidFill>
              </a:rPr>
              <a:t>Features</a:t>
            </a:r>
            <a:endParaRPr lang="fi-FI" sz="4000" b="1">
              <a:solidFill>
                <a:srgbClr val="F097E4"/>
              </a:solidFill>
            </a:endParaRPr>
          </a:p>
        </p:txBody>
      </p:sp>
      <p:graphicFrame>
        <p:nvGraphicFramePr>
          <p:cNvPr id="4" name="Sisällön paikkamerkki 3">
            <a:extLst>
              <a:ext uri="{FF2B5EF4-FFF2-40B4-BE49-F238E27FC236}">
                <a16:creationId xmlns:a16="http://schemas.microsoft.com/office/drawing/2014/main" id="{E74FE6C7-A4A9-39D1-4D36-E9842ED564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0821448"/>
              </p:ext>
            </p:extLst>
          </p:nvPr>
        </p:nvGraphicFramePr>
        <p:xfrm>
          <a:off x="983876" y="1030007"/>
          <a:ext cx="3830948" cy="5562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9704">
                  <a:extLst>
                    <a:ext uri="{9D8B030D-6E8A-4147-A177-3AD203B41FA5}">
                      <a16:colId xmlns:a16="http://schemas.microsoft.com/office/drawing/2014/main" val="1202349877"/>
                    </a:ext>
                  </a:extLst>
                </a:gridCol>
                <a:gridCol w="581244">
                  <a:extLst>
                    <a:ext uri="{9D8B030D-6E8A-4147-A177-3AD203B41FA5}">
                      <a16:colId xmlns:a16="http://schemas.microsoft.com/office/drawing/2014/main" val="868200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Responsiveness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31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Sign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Up</a:t>
                      </a:r>
                      <a:endParaRPr lang="fi-FI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661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Sign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In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58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Delete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Account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94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Search</a:t>
                      </a:r>
                      <a:endParaRPr lang="fi-FI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9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Now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In </a:t>
                      </a: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Cinemas</a:t>
                      </a:r>
                      <a:endParaRPr lang="fi-FI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844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member</a:t>
                      </a:r>
                      <a:endParaRPr lang="fi-FI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56163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Delete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member</a:t>
                      </a:r>
                      <a:endParaRPr lang="fi-FI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20950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Groups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es-E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7928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Groups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Page </a:t>
                      </a: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Customization</a:t>
                      </a:r>
                      <a:endParaRPr lang="fi-FI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53434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Movie </a:t>
                      </a: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Reviews</a:t>
                      </a:r>
                      <a:endParaRPr lang="fi-FI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66359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Browse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Reviews</a:t>
                      </a:r>
                      <a:endParaRPr lang="fi-FI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81066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Favourites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fi-FI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8177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Share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Favourites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fi-FI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56313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err="1">
                          <a:solidFill>
                            <a:schemeClr val="tx1"/>
                          </a:solidFill>
                        </a:rPr>
                        <a:t>Optional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Feature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95090"/>
                  </a:ext>
                </a:extLst>
              </a:tr>
            </a:tbl>
          </a:graphicData>
        </a:graphic>
      </p:graphicFrame>
      <p:sp>
        <p:nvSpPr>
          <p:cNvPr id="20" name="Otsikko 1">
            <a:extLst>
              <a:ext uri="{FF2B5EF4-FFF2-40B4-BE49-F238E27FC236}">
                <a16:creationId xmlns:a16="http://schemas.microsoft.com/office/drawing/2014/main" id="{C99067BC-7880-430C-7DC2-02ADC82A61FD}"/>
              </a:ext>
            </a:extLst>
          </p:cNvPr>
          <p:cNvSpPr txBox="1">
            <a:spLocks/>
          </p:cNvSpPr>
          <p:nvPr/>
        </p:nvSpPr>
        <p:spPr>
          <a:xfrm>
            <a:off x="6097813" y="111221"/>
            <a:ext cx="3975100" cy="908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4000" b="1" err="1">
                <a:solidFill>
                  <a:schemeClr val="tx2">
                    <a:lumMod val="49000"/>
                    <a:lumOff val="51000"/>
                  </a:schemeClr>
                </a:solidFill>
              </a:rPr>
              <a:t>Documentation</a:t>
            </a:r>
            <a:endParaRPr lang="fi-FI" sz="4000" b="1">
              <a:solidFill>
                <a:schemeClr val="tx2">
                  <a:lumMod val="49000"/>
                  <a:lumOff val="51000"/>
                </a:schemeClr>
              </a:solidFill>
            </a:endParaRPr>
          </a:p>
        </p:txBody>
      </p:sp>
      <p:graphicFrame>
        <p:nvGraphicFramePr>
          <p:cNvPr id="22" name="Sisällön paikkamerkki 3">
            <a:extLst>
              <a:ext uri="{FF2B5EF4-FFF2-40B4-BE49-F238E27FC236}">
                <a16:creationId xmlns:a16="http://schemas.microsoft.com/office/drawing/2014/main" id="{27A2312A-ABEC-C70B-67E7-AE809DAB22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6084863"/>
              </p:ext>
            </p:extLst>
          </p:nvPr>
        </p:nvGraphicFramePr>
        <p:xfrm>
          <a:off x="6207205" y="1028193"/>
          <a:ext cx="525450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8148">
                  <a:extLst>
                    <a:ext uri="{9D8B030D-6E8A-4147-A177-3AD203B41FA5}">
                      <a16:colId xmlns:a16="http://schemas.microsoft.com/office/drawing/2014/main" val="1202349877"/>
                    </a:ext>
                  </a:extLst>
                </a:gridCol>
                <a:gridCol w="686360">
                  <a:extLst>
                    <a:ext uri="{9D8B030D-6E8A-4147-A177-3AD203B41FA5}">
                      <a16:colId xmlns:a16="http://schemas.microsoft.com/office/drawing/2014/main" val="868200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Class </a:t>
                      </a: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Diagram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from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DB</a:t>
                      </a:r>
                      <a:endParaRPr lang="fi-FI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31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Interface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661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REST </a:t>
                      </a: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Documentation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Swagger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58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Development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Queue Management (</a:t>
                      </a: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Backlog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94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Version Control (GitHub)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9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Projektin hallinta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noProof="0">
                          <a:solidFill>
                            <a:srgbClr val="BFBFBF"/>
                          </a:solidFill>
                          <a:latin typeface="+mn-lt"/>
                        </a:rPr>
                        <a:t>✅</a:t>
                      </a:r>
                      <a:endParaRPr lang="fi-FI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247527"/>
                  </a:ext>
                </a:extLst>
              </a:tr>
            </a:tbl>
          </a:graphicData>
        </a:graphic>
      </p:graphicFrame>
      <p:sp>
        <p:nvSpPr>
          <p:cNvPr id="23" name="Otsikko 1">
            <a:extLst>
              <a:ext uri="{FF2B5EF4-FFF2-40B4-BE49-F238E27FC236}">
                <a16:creationId xmlns:a16="http://schemas.microsoft.com/office/drawing/2014/main" id="{96156E3A-CD36-485B-5360-A53427411AEB}"/>
              </a:ext>
            </a:extLst>
          </p:cNvPr>
          <p:cNvSpPr txBox="1">
            <a:spLocks/>
          </p:cNvSpPr>
          <p:nvPr/>
        </p:nvSpPr>
        <p:spPr>
          <a:xfrm>
            <a:off x="6097812" y="3418104"/>
            <a:ext cx="4494264" cy="849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4000" b="1" err="1">
                <a:solidFill>
                  <a:srgbClr val="7030A0"/>
                </a:solidFill>
              </a:rPr>
              <a:t>Automatic</a:t>
            </a:r>
            <a:r>
              <a:rPr lang="fi-FI" sz="4000" b="1" dirty="0">
                <a:solidFill>
                  <a:srgbClr val="7030A0"/>
                </a:solidFill>
              </a:rPr>
              <a:t> </a:t>
            </a:r>
            <a:r>
              <a:rPr lang="fi-FI" sz="4000" b="1" err="1">
                <a:solidFill>
                  <a:srgbClr val="7030A0"/>
                </a:solidFill>
              </a:rPr>
              <a:t>Unit</a:t>
            </a:r>
            <a:r>
              <a:rPr lang="fi-FI" sz="4000" b="1" dirty="0">
                <a:solidFill>
                  <a:srgbClr val="7030A0"/>
                </a:solidFill>
              </a:rPr>
              <a:t> </a:t>
            </a:r>
            <a:r>
              <a:rPr lang="fi-FI" sz="4000" b="1" err="1">
                <a:solidFill>
                  <a:srgbClr val="7030A0"/>
                </a:solidFill>
              </a:rPr>
              <a:t>Tests</a:t>
            </a:r>
            <a:endParaRPr lang="fi-FI" sz="4000" b="1">
              <a:solidFill>
                <a:srgbClr val="7030A0"/>
              </a:solidFill>
            </a:endParaRPr>
          </a:p>
        </p:txBody>
      </p:sp>
      <p:graphicFrame>
        <p:nvGraphicFramePr>
          <p:cNvPr id="24" name="Sisällön paikkamerkki 3">
            <a:extLst>
              <a:ext uri="{FF2B5EF4-FFF2-40B4-BE49-F238E27FC236}">
                <a16:creationId xmlns:a16="http://schemas.microsoft.com/office/drawing/2014/main" id="{5D480E49-5397-D81B-23FC-8564BBE3E8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8091336"/>
              </p:ext>
            </p:extLst>
          </p:nvPr>
        </p:nvGraphicFramePr>
        <p:xfrm>
          <a:off x="6207204" y="4275764"/>
          <a:ext cx="52545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8148">
                  <a:extLst>
                    <a:ext uri="{9D8B030D-6E8A-4147-A177-3AD203B41FA5}">
                      <a16:colId xmlns:a16="http://schemas.microsoft.com/office/drawing/2014/main" val="1202349877"/>
                    </a:ext>
                  </a:extLst>
                </a:gridCol>
                <a:gridCol w="686360">
                  <a:extLst>
                    <a:ext uri="{9D8B030D-6E8A-4147-A177-3AD203B41FA5}">
                      <a16:colId xmlns:a16="http://schemas.microsoft.com/office/drawing/2014/main" val="868200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Sign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In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9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31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Log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Out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9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661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Sign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9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58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Delete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Account</a:t>
                      </a:r>
                      <a:endParaRPr lang="fi-FI" dirty="0" err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9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94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Browse</a:t>
                      </a:r>
                      <a:r>
                        <a:rPr lang="fi-FI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b="0" dirty="0" err="1">
                          <a:solidFill>
                            <a:schemeClr val="tx1"/>
                          </a:solidFill>
                        </a:rPr>
                        <a:t>Reviews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9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BFBFBF"/>
                          </a:solidFill>
                          <a:latin typeface="Aptos"/>
                        </a:rPr>
                        <a:t>✅</a:t>
                      </a:r>
                      <a:endParaRPr lang="fi-FI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91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754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5A15A29-282E-121C-0C0B-8427EF477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85776" cy="1350683"/>
          </a:xfrm>
        </p:spPr>
        <p:txBody>
          <a:bodyPr/>
          <a:lstStyle/>
          <a:p>
            <a:r>
              <a:rPr lang="fi-FI" b="1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Roles</a:t>
            </a:r>
            <a:endParaRPr lang="fi-FI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7" name="Sisällön paikkamerkki 2">
            <a:extLst>
              <a:ext uri="{FF2B5EF4-FFF2-40B4-BE49-F238E27FC236}">
                <a16:creationId xmlns:a16="http://schemas.microsoft.com/office/drawing/2014/main" id="{54F8F8C6-5814-2B76-2069-6D53D2DC2A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7513358"/>
              </p:ext>
            </p:extLst>
          </p:nvPr>
        </p:nvGraphicFramePr>
        <p:xfrm>
          <a:off x="6902380" y="1827300"/>
          <a:ext cx="393392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8" name="Otsikko 1">
            <a:extLst>
              <a:ext uri="{FF2B5EF4-FFF2-40B4-BE49-F238E27FC236}">
                <a16:creationId xmlns:a16="http://schemas.microsoft.com/office/drawing/2014/main" id="{39921753-1C24-0C86-8AAB-48B506CD5AB8}"/>
              </a:ext>
            </a:extLst>
          </p:cNvPr>
          <p:cNvSpPr txBox="1">
            <a:spLocks/>
          </p:cNvSpPr>
          <p:nvPr/>
        </p:nvSpPr>
        <p:spPr>
          <a:xfrm>
            <a:off x="6902380" y="366800"/>
            <a:ext cx="3104940" cy="1350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Teamwork</a:t>
            </a:r>
            <a:endParaRPr lang="es-E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0" name="Marcador de contenido 2">
            <a:extLst>
              <a:ext uri="{FF2B5EF4-FFF2-40B4-BE49-F238E27FC236}">
                <a16:creationId xmlns:a16="http://schemas.microsoft.com/office/drawing/2014/main" id="{C0566911-94FC-E36D-081B-194E2B3DAA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7020801"/>
              </p:ext>
            </p:extLst>
          </p:nvPr>
        </p:nvGraphicFramePr>
        <p:xfrm>
          <a:off x="656679" y="1710260"/>
          <a:ext cx="5291663" cy="4615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56028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6BBC7-4426-A529-4CC1-223674EF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>
                <a:solidFill>
                  <a:schemeClr val="accent6">
                    <a:lumMod val="76000"/>
                  </a:schemeClr>
                </a:solidFill>
              </a:rPr>
              <a:t>Hours</a:t>
            </a:r>
            <a:r>
              <a:rPr lang="es-ES" b="1" dirty="0">
                <a:solidFill>
                  <a:schemeClr val="accent6">
                    <a:lumMod val="76000"/>
                  </a:schemeClr>
                </a:solidFill>
              </a:rPr>
              <a:t>/</a:t>
            </a:r>
            <a:r>
              <a:rPr lang="es-ES" b="1" dirty="0" err="1">
                <a:solidFill>
                  <a:schemeClr val="accent6">
                    <a:lumMod val="76000"/>
                  </a:schemeClr>
                </a:solidFill>
              </a:rPr>
              <a:t>Person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540298-7E2A-5DB6-648D-85DF1C1AD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Backlog </a:t>
            </a:r>
            <a:r>
              <a:rPr lang="es-ES" dirty="0">
                <a:sym typeface="Wingdings" panose="05000000000000000000" pitchFamily="2" charset="2"/>
              </a:rPr>
              <a:t> GitHub</a:t>
            </a:r>
            <a:endParaRPr lang="es-ES" dirty="0"/>
          </a:p>
          <a:p>
            <a:r>
              <a:rPr lang="es-ES" dirty="0"/>
              <a:t>Yvonne = 168 hours</a:t>
            </a:r>
          </a:p>
          <a:p>
            <a:r>
              <a:rPr lang="es-ES" dirty="0"/>
              <a:t>Markku = 187 hours</a:t>
            </a:r>
          </a:p>
          <a:p>
            <a:r>
              <a:rPr lang="es-ES" dirty="0"/>
              <a:t>Petteri = 123 hours</a:t>
            </a:r>
          </a:p>
          <a:p>
            <a:r>
              <a:rPr lang="es-ES" dirty="0"/>
              <a:t>Pilar = 159 hours</a:t>
            </a:r>
          </a:p>
        </p:txBody>
      </p:sp>
    </p:spTree>
    <p:extLst>
      <p:ext uri="{BB962C8B-B14F-4D97-AF65-F5344CB8AC3E}">
        <p14:creationId xmlns:p14="http://schemas.microsoft.com/office/powerpoint/2010/main" val="875012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1F1B06E-A32B-BB27-8E1C-E50A8AD7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b="1" err="1"/>
              <a:t>Our</a:t>
            </a:r>
            <a:r>
              <a:rPr lang="fi-FI" b="1" dirty="0"/>
              <a:t> Web </a:t>
            </a:r>
            <a:r>
              <a:rPr lang="fi-FI" b="1" err="1"/>
              <a:t>App</a:t>
            </a:r>
            <a:endParaRPr lang="fi-FI" b="1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AC1F65F-F10A-8A45-DE4C-2F497F0DA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 b="1" dirty="0">
                <a:hlinkClick r:id="rId3"/>
              </a:rPr>
              <a:t>Link</a:t>
            </a:r>
            <a:r>
              <a:rPr lang="fi-FI" b="1" dirty="0"/>
              <a:t> (</a:t>
            </a:r>
            <a:r>
              <a:rPr lang="fi-FI" b="1" err="1"/>
              <a:t>Hosted</a:t>
            </a:r>
            <a:r>
              <a:rPr lang="fi-FI" b="1" dirty="0"/>
              <a:t> in Railway)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72628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C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4E73EB10-AEDA-42B9-9D11-54E59B48D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 descr="Imagen del Story Pin">
            <a:extLst>
              <a:ext uri="{FF2B5EF4-FFF2-40B4-BE49-F238E27FC236}">
                <a16:creationId xmlns:a16="http://schemas.microsoft.com/office/drawing/2014/main" id="{2AA95390-0D79-73AA-4A21-4C05289B97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8" r="-3" b="-3"/>
          <a:stretch>
            <a:fillRect/>
          </a:stretch>
        </p:blipFill>
        <p:spPr>
          <a:xfrm>
            <a:off x="10284026" y="4906755"/>
            <a:ext cx="1909077" cy="1954904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5A7F4D70-5F92-A91E-E70E-A6C87C3F3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fi-FI" b="1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What</a:t>
            </a:r>
            <a:r>
              <a:rPr lang="fi-FI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fi-FI" b="1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was</a:t>
            </a:r>
            <a:r>
              <a:rPr lang="fi-FI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… ?</a:t>
            </a:r>
            <a:endParaRPr lang="es-E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221D353A-9FC0-995D-D820-0E9E3ABE4B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8208546"/>
              </p:ext>
            </p:extLst>
          </p:nvPr>
        </p:nvGraphicFramePr>
        <p:xfrm>
          <a:off x="1789043" y="1710083"/>
          <a:ext cx="8746433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93" name="Imagen 119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52E571CA-3DB4-9988-539B-7638F887E7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3" y="5144842"/>
            <a:ext cx="2245424" cy="1714576"/>
          </a:xfrm>
          <a:prstGeom prst="rect">
            <a:avLst/>
          </a:prstGeom>
        </p:spPr>
      </p:pic>
      <p:pic>
        <p:nvPicPr>
          <p:cNvPr id="1194" name="Imagen 1193" descr="Imagen que contiene caja, cuarto&#10;&#10;El contenido generado por IA puede ser incorrecto.">
            <a:extLst>
              <a:ext uri="{FF2B5EF4-FFF2-40B4-BE49-F238E27FC236}">
                <a16:creationId xmlns:a16="http://schemas.microsoft.com/office/drawing/2014/main" id="{51620832-24A6-4AC1-49CD-EE322FCF0C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9269" y="3313"/>
            <a:ext cx="1914940" cy="2047461"/>
          </a:xfrm>
          <a:prstGeom prst="rect">
            <a:avLst/>
          </a:prstGeom>
        </p:spPr>
      </p:pic>
      <p:pic>
        <p:nvPicPr>
          <p:cNvPr id="1195" name="Imagen 1194" descr="Imagen del Story Pin">
            <a:extLst>
              <a:ext uri="{FF2B5EF4-FFF2-40B4-BE49-F238E27FC236}">
                <a16:creationId xmlns:a16="http://schemas.microsoft.com/office/drawing/2014/main" id="{06E07497-0CA6-D421-4FA7-C39C43F062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209" y="3676097"/>
            <a:ext cx="1373808" cy="1471542"/>
          </a:xfrm>
          <a:prstGeom prst="rect">
            <a:avLst/>
          </a:prstGeom>
        </p:spPr>
      </p:pic>
      <p:pic>
        <p:nvPicPr>
          <p:cNvPr id="1196" name="Imagen 1195">
            <a:extLst>
              <a:ext uri="{FF2B5EF4-FFF2-40B4-BE49-F238E27FC236}">
                <a16:creationId xmlns:a16="http://schemas.microsoft.com/office/drawing/2014/main" id="{0F0AA2B1-5900-6935-73CF-7225746DD7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2561" y="5713412"/>
            <a:ext cx="1097723" cy="1140654"/>
          </a:xfrm>
          <a:prstGeom prst="rect">
            <a:avLst/>
          </a:prstGeom>
        </p:spPr>
      </p:pic>
      <p:pic>
        <p:nvPicPr>
          <p:cNvPr id="1197" name="Imagen 1196">
            <a:extLst>
              <a:ext uri="{FF2B5EF4-FFF2-40B4-BE49-F238E27FC236}">
                <a16:creationId xmlns:a16="http://schemas.microsoft.com/office/drawing/2014/main" id="{BF8CD580-B6D3-6D79-1112-0D93C23A7FE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5" y="2151685"/>
            <a:ext cx="1362764" cy="1527589"/>
          </a:xfrm>
          <a:prstGeom prst="rect">
            <a:avLst/>
          </a:prstGeom>
        </p:spPr>
      </p:pic>
      <p:pic>
        <p:nvPicPr>
          <p:cNvPr id="1198" name="Imagen 1197" descr="Imagen que contiene alimentos, tabla, pastel, foto&#10;&#10;El contenido generado por IA puede ser incorrecto.">
            <a:extLst>
              <a:ext uri="{FF2B5EF4-FFF2-40B4-BE49-F238E27FC236}">
                <a16:creationId xmlns:a16="http://schemas.microsoft.com/office/drawing/2014/main" id="{EA70F1F6-337C-9478-FFBF-7386CD698D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52922" y="2088114"/>
            <a:ext cx="1241287" cy="1334466"/>
          </a:xfrm>
          <a:prstGeom prst="rect">
            <a:avLst/>
          </a:prstGeom>
        </p:spPr>
      </p:pic>
      <p:pic>
        <p:nvPicPr>
          <p:cNvPr id="1199" name="Imagen 119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DDB67FB0-CC48-B4C9-C200-F44DBDE13AB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5865" y="5731840"/>
            <a:ext cx="1097723" cy="1141897"/>
          </a:xfrm>
          <a:prstGeom prst="rect">
            <a:avLst/>
          </a:prstGeom>
        </p:spPr>
      </p:pic>
      <p:pic>
        <p:nvPicPr>
          <p:cNvPr id="1200" name="Imagen 1199" descr="Imagen del Story Pin">
            <a:extLst>
              <a:ext uri="{FF2B5EF4-FFF2-40B4-BE49-F238E27FC236}">
                <a16:creationId xmlns:a16="http://schemas.microsoft.com/office/drawing/2014/main" id="{8FDCDCB2-937B-CF00-63BC-88B4A4806AB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93604" y="5712790"/>
            <a:ext cx="1263374" cy="1141897"/>
          </a:xfrm>
          <a:prstGeom prst="rect">
            <a:avLst/>
          </a:prstGeom>
        </p:spPr>
      </p:pic>
      <p:pic>
        <p:nvPicPr>
          <p:cNvPr id="1213" name="Imagen 1212" descr="Imagen del Story Pin">
            <a:extLst>
              <a:ext uri="{FF2B5EF4-FFF2-40B4-BE49-F238E27FC236}">
                <a16:creationId xmlns:a16="http://schemas.microsoft.com/office/drawing/2014/main" id="{28FA1D63-BEB3-02E1-64E7-3174A68088F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3725" y="5734050"/>
            <a:ext cx="1095375" cy="1123950"/>
          </a:xfrm>
          <a:prstGeom prst="rect">
            <a:avLst/>
          </a:prstGeom>
        </p:spPr>
      </p:pic>
      <p:pic>
        <p:nvPicPr>
          <p:cNvPr id="1214" name="Imagen 1213" descr="Imagen del Story Pin">
            <a:extLst>
              <a:ext uri="{FF2B5EF4-FFF2-40B4-BE49-F238E27FC236}">
                <a16:creationId xmlns:a16="http://schemas.microsoft.com/office/drawing/2014/main" id="{BE38AEBC-3192-F35F-A5D1-4E31C12F507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47900" y="5705475"/>
            <a:ext cx="1247775" cy="1143000"/>
          </a:xfrm>
          <a:prstGeom prst="rect">
            <a:avLst/>
          </a:prstGeom>
        </p:spPr>
      </p:pic>
      <p:pic>
        <p:nvPicPr>
          <p:cNvPr id="1215" name="Imagen 1214" descr="Imagen del Story Pin">
            <a:extLst>
              <a:ext uri="{FF2B5EF4-FFF2-40B4-BE49-F238E27FC236}">
                <a16:creationId xmlns:a16="http://schemas.microsoft.com/office/drawing/2014/main" id="{55445B42-FF78-1859-F3B8-3ACB469F0A9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39100" y="5715000"/>
            <a:ext cx="1095375" cy="1143000"/>
          </a:xfrm>
          <a:prstGeom prst="rect">
            <a:avLst/>
          </a:prstGeom>
        </p:spPr>
      </p:pic>
      <p:pic>
        <p:nvPicPr>
          <p:cNvPr id="1225" name="Imagen 1224" descr="Imagen del Story Pin">
            <a:extLst>
              <a:ext uri="{FF2B5EF4-FFF2-40B4-BE49-F238E27FC236}">
                <a16:creationId xmlns:a16="http://schemas.microsoft.com/office/drawing/2014/main" id="{365F4465-6B65-2C99-43F0-1E08612EADE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29975" y="3419475"/>
            <a:ext cx="962025" cy="1485900"/>
          </a:xfrm>
          <a:prstGeom prst="rect">
            <a:avLst/>
          </a:prstGeom>
        </p:spPr>
      </p:pic>
      <p:pic>
        <p:nvPicPr>
          <p:cNvPr id="1226" name="Imagen 1225" descr="Imagen del Story Pin">
            <a:extLst>
              <a:ext uri="{FF2B5EF4-FFF2-40B4-BE49-F238E27FC236}">
                <a16:creationId xmlns:a16="http://schemas.microsoft.com/office/drawing/2014/main" id="{10802A50-551A-3AB2-EA7A-98614A9073F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86850" y="5705475"/>
            <a:ext cx="11906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3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magen del Story Pin">
            <a:extLst>
              <a:ext uri="{FF2B5EF4-FFF2-40B4-BE49-F238E27FC236}">
                <a16:creationId xmlns:a16="http://schemas.microsoft.com/office/drawing/2014/main" id="{11F63221-7B03-A479-F70F-03092FF5EF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E97CB791-4B14-4A58-C780-548C1FC17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1021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490453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f9ce49a-5101-4aa3-8c75-0d5935ad6525}" enabled="0" method="" siteId="{9f9ce49a-5101-4aa3-8c75-0d5935ad652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183</Words>
  <Application>Microsoft Office PowerPoint</Application>
  <PresentationFormat>Widescreen</PresentationFormat>
  <Paragraphs>98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Office-teema</vt:lpstr>
      <vt:lpstr>Moovie</vt:lpstr>
      <vt:lpstr>Features</vt:lpstr>
      <vt:lpstr>Roles</vt:lpstr>
      <vt:lpstr>Hours/Person</vt:lpstr>
      <vt:lpstr>Our Web App</vt:lpstr>
      <vt:lpstr>What was … ?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Pilar Murcia Pozuelo</cp:lastModifiedBy>
  <cp:revision>426</cp:revision>
  <dcterms:created xsi:type="dcterms:W3CDTF">2025-12-12T15:20:03Z</dcterms:created>
  <dcterms:modified xsi:type="dcterms:W3CDTF">2025-12-17T21:34:02Z</dcterms:modified>
</cp:coreProperties>
</file>